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embeddedFontLst>
    <p:embeddedFont>
      <p:font typeface="Libre Franklin"/>
      <p:regular r:id="rId30"/>
      <p:bold r:id="rId31"/>
      <p:italic r:id="rId32"/>
      <p:boldItalic r:id="rId33"/>
    </p:embeddedFont>
    <p:embeddedFont>
      <p:font typeface="Montserrat"/>
      <p:regular r:id="rId34"/>
      <p:bold r:id="rId35"/>
      <p:italic r:id="rId36"/>
      <p:boldItalic r:id="rId37"/>
    </p:embeddedFont>
    <p:embeddedFont>
      <p:font typeface="Lato"/>
      <p:regular r:id="rId38"/>
      <p:bold r:id="rId39"/>
      <p:italic r:id="rId40"/>
      <p:boldItalic r:id="rId41"/>
    </p:embeddedFont>
    <p:embeddedFont>
      <p:font typeface="Baumans"/>
      <p:regular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hcEpNwOc9JU+NdKMNYA/ZoHO7V6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Lato-italic.fntdata"/><Relationship Id="rId20" Type="http://schemas.openxmlformats.org/officeDocument/2006/relationships/slide" Target="slides/slide16.xml"/><Relationship Id="rId42" Type="http://schemas.openxmlformats.org/officeDocument/2006/relationships/font" Target="fonts/Baumans-regular.fntdata"/><Relationship Id="rId41" Type="http://schemas.openxmlformats.org/officeDocument/2006/relationships/font" Target="fonts/Lato-boldItalic.fntdata"/><Relationship Id="rId22" Type="http://schemas.openxmlformats.org/officeDocument/2006/relationships/slide" Target="slides/slide18.xml"/><Relationship Id="rId21" Type="http://schemas.openxmlformats.org/officeDocument/2006/relationships/slide" Target="slides/slide17.xml"/><Relationship Id="rId43" Type="http://customschemas.google.com/relationships/presentationmetadata" Target="meta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LibreFranklin-bold.fntdata"/><Relationship Id="rId30" Type="http://schemas.openxmlformats.org/officeDocument/2006/relationships/font" Target="fonts/LibreFranklin-regular.fntdata"/><Relationship Id="rId11" Type="http://schemas.openxmlformats.org/officeDocument/2006/relationships/slide" Target="slides/slide7.xml"/><Relationship Id="rId33" Type="http://schemas.openxmlformats.org/officeDocument/2006/relationships/font" Target="fonts/LibreFranklin-boldItalic.fntdata"/><Relationship Id="rId10" Type="http://schemas.openxmlformats.org/officeDocument/2006/relationships/slide" Target="slides/slide6.xml"/><Relationship Id="rId32" Type="http://schemas.openxmlformats.org/officeDocument/2006/relationships/font" Target="fonts/LibreFranklin-italic.fntdata"/><Relationship Id="rId13" Type="http://schemas.openxmlformats.org/officeDocument/2006/relationships/slide" Target="slides/slide9.xml"/><Relationship Id="rId35" Type="http://schemas.openxmlformats.org/officeDocument/2006/relationships/font" Target="fonts/Montserrat-bold.fntdata"/><Relationship Id="rId12" Type="http://schemas.openxmlformats.org/officeDocument/2006/relationships/slide" Target="slides/slide8.xml"/><Relationship Id="rId34" Type="http://schemas.openxmlformats.org/officeDocument/2006/relationships/font" Target="fonts/Montserrat-regular.fntdata"/><Relationship Id="rId15" Type="http://schemas.openxmlformats.org/officeDocument/2006/relationships/slide" Target="slides/slide11.xml"/><Relationship Id="rId37" Type="http://schemas.openxmlformats.org/officeDocument/2006/relationships/font" Target="fonts/Montserrat-boldItalic.fntdata"/><Relationship Id="rId14" Type="http://schemas.openxmlformats.org/officeDocument/2006/relationships/slide" Target="slides/slide10.xml"/><Relationship Id="rId36" Type="http://schemas.openxmlformats.org/officeDocument/2006/relationships/font" Target="fonts/Montserrat-italic.fntdata"/><Relationship Id="rId17" Type="http://schemas.openxmlformats.org/officeDocument/2006/relationships/slide" Target="slides/slide13.xml"/><Relationship Id="rId39" Type="http://schemas.openxmlformats.org/officeDocument/2006/relationships/font" Target="fonts/Lato-bold.fntdata"/><Relationship Id="rId16" Type="http://schemas.openxmlformats.org/officeDocument/2006/relationships/slide" Target="slides/slide12.xml"/><Relationship Id="rId38" Type="http://schemas.openxmlformats.org/officeDocument/2006/relationships/font" Target="fonts/Lato-regular.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3a086fe1579_0_6"/>
          <p:cNvSpPr/>
          <p:nvPr/>
        </p:nvSpPr>
        <p:spPr>
          <a:xfrm rot="5400000">
            <a:off x="10000500" y="673"/>
            <a:ext cx="2191500" cy="2191500"/>
          </a:xfrm>
          <a:prstGeom prst="diagStripe">
            <a:avLst>
              <a:gd fmla="val 0" name="adj"/>
            </a:avLst>
          </a:prstGeom>
          <a:solidFill>
            <a:schemeClr val="lt1">
              <a:alpha val="303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5" name="Google Shape;15;g3a086fe1579_0_6"/>
          <p:cNvGrpSpPr/>
          <p:nvPr/>
        </p:nvGrpSpPr>
        <p:grpSpPr>
          <a:xfrm>
            <a:off x="0" y="654"/>
            <a:ext cx="6871435" cy="6845694"/>
            <a:chOff x="0" y="75"/>
            <a:chExt cx="5153705" cy="5152950"/>
          </a:xfrm>
        </p:grpSpPr>
        <p:sp>
          <p:nvSpPr>
            <p:cNvPr id="16" name="Google Shape;16;g3a086fe1579_0_6"/>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 name="Google Shape;17;g3a086fe1579_0_6"/>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 name="Google Shape;18;g3a086fe1579_0_6"/>
            <p:cNvSpPr/>
            <p:nvPr/>
          </p:nvSpPr>
          <p:spPr>
            <a:xfrm rot="-5400000">
              <a:off x="1646" y="-75"/>
              <a:ext cx="2299800" cy="23001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 name="Google Shape;19;g3a086fe1579_0_6"/>
            <p:cNvSpPr/>
            <p:nvPr/>
          </p:nvSpPr>
          <p:spPr>
            <a:xfrm flipH="1">
              <a:off x="652821" y="590035"/>
              <a:ext cx="2300100" cy="2299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20" name="Google Shape;20;g3a086fe1579_0_6"/>
          <p:cNvSpPr txBox="1"/>
          <p:nvPr>
            <p:ph type="ctrTitle"/>
          </p:nvPr>
        </p:nvSpPr>
        <p:spPr>
          <a:xfrm>
            <a:off x="4716200" y="2104533"/>
            <a:ext cx="6690000" cy="2105100"/>
          </a:xfrm>
          <a:prstGeom prst="rect">
            <a:avLst/>
          </a:prstGeom>
        </p:spPr>
        <p:txBody>
          <a:bodyPr anchorCtr="0" anchor="t" bIns="121900" lIns="121900" spcFirstLastPara="1" rIns="121900" wrap="square" tIns="121900">
            <a:normAutofit/>
          </a:bodyPr>
          <a:lstStyle>
            <a:lvl1pPr lvl="0">
              <a:spcBef>
                <a:spcPts val="0"/>
              </a:spcBef>
              <a:spcAft>
                <a:spcPts val="0"/>
              </a:spcAft>
              <a:buSzPts val="5300"/>
              <a:buNone/>
              <a:defRPr sz="5300"/>
            </a:lvl1pPr>
            <a:lvl2pPr lvl="1">
              <a:spcBef>
                <a:spcPts val="0"/>
              </a:spcBef>
              <a:spcAft>
                <a:spcPts val="0"/>
              </a:spcAft>
              <a:buSzPts val="5300"/>
              <a:buNone/>
              <a:defRPr sz="5300"/>
            </a:lvl2pPr>
            <a:lvl3pPr lvl="2">
              <a:spcBef>
                <a:spcPts val="0"/>
              </a:spcBef>
              <a:spcAft>
                <a:spcPts val="0"/>
              </a:spcAft>
              <a:buSzPts val="5300"/>
              <a:buNone/>
              <a:defRPr sz="5300"/>
            </a:lvl3pPr>
            <a:lvl4pPr lvl="3">
              <a:spcBef>
                <a:spcPts val="0"/>
              </a:spcBef>
              <a:spcAft>
                <a:spcPts val="0"/>
              </a:spcAft>
              <a:buSzPts val="5300"/>
              <a:buNone/>
              <a:defRPr sz="5300"/>
            </a:lvl4pPr>
            <a:lvl5pPr lvl="4">
              <a:spcBef>
                <a:spcPts val="0"/>
              </a:spcBef>
              <a:spcAft>
                <a:spcPts val="0"/>
              </a:spcAft>
              <a:buSzPts val="5300"/>
              <a:buNone/>
              <a:defRPr sz="5300"/>
            </a:lvl5pPr>
            <a:lvl6pPr lvl="5">
              <a:spcBef>
                <a:spcPts val="0"/>
              </a:spcBef>
              <a:spcAft>
                <a:spcPts val="0"/>
              </a:spcAft>
              <a:buSzPts val="5300"/>
              <a:buNone/>
              <a:defRPr sz="5300"/>
            </a:lvl6pPr>
            <a:lvl7pPr lvl="6">
              <a:spcBef>
                <a:spcPts val="0"/>
              </a:spcBef>
              <a:spcAft>
                <a:spcPts val="0"/>
              </a:spcAft>
              <a:buSzPts val="5300"/>
              <a:buNone/>
              <a:defRPr sz="5300"/>
            </a:lvl7pPr>
            <a:lvl8pPr lvl="7">
              <a:spcBef>
                <a:spcPts val="0"/>
              </a:spcBef>
              <a:spcAft>
                <a:spcPts val="0"/>
              </a:spcAft>
              <a:buSzPts val="5300"/>
              <a:buNone/>
              <a:defRPr sz="5300"/>
            </a:lvl8pPr>
            <a:lvl9pPr lvl="8">
              <a:spcBef>
                <a:spcPts val="0"/>
              </a:spcBef>
              <a:spcAft>
                <a:spcPts val="0"/>
              </a:spcAft>
              <a:buSzPts val="5300"/>
              <a:buNone/>
              <a:defRPr sz="5300"/>
            </a:lvl9pPr>
          </a:lstStyle>
          <a:p/>
        </p:txBody>
      </p:sp>
      <p:sp>
        <p:nvSpPr>
          <p:cNvPr id="21" name="Google Shape;21;g3a086fe1579_0_6"/>
          <p:cNvSpPr txBox="1"/>
          <p:nvPr>
            <p:ph idx="1" type="subTitle"/>
          </p:nvPr>
        </p:nvSpPr>
        <p:spPr>
          <a:xfrm>
            <a:off x="6778600" y="5233233"/>
            <a:ext cx="4627500" cy="674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SzPts val="1700"/>
              <a:buNone/>
              <a:defRPr/>
            </a:lvl1pPr>
            <a:lvl2pPr lvl="1">
              <a:lnSpc>
                <a:spcPct val="100000"/>
              </a:lnSpc>
              <a:spcBef>
                <a:spcPts val="0"/>
              </a:spcBef>
              <a:spcAft>
                <a:spcPts val="0"/>
              </a:spcAft>
              <a:buSzPts val="1700"/>
              <a:buNone/>
              <a:defRPr sz="1700"/>
            </a:lvl2pPr>
            <a:lvl3pPr lvl="2">
              <a:lnSpc>
                <a:spcPct val="100000"/>
              </a:lnSpc>
              <a:spcBef>
                <a:spcPts val="0"/>
              </a:spcBef>
              <a:spcAft>
                <a:spcPts val="0"/>
              </a:spcAft>
              <a:buSzPts val="1700"/>
              <a:buNone/>
              <a:defRPr sz="1700"/>
            </a:lvl3pPr>
            <a:lvl4pPr lvl="3">
              <a:lnSpc>
                <a:spcPct val="100000"/>
              </a:lnSpc>
              <a:spcBef>
                <a:spcPts val="0"/>
              </a:spcBef>
              <a:spcAft>
                <a:spcPts val="0"/>
              </a:spcAft>
              <a:buSzPts val="1700"/>
              <a:buNone/>
              <a:defRPr sz="1700"/>
            </a:lvl4pPr>
            <a:lvl5pPr lvl="4">
              <a:lnSpc>
                <a:spcPct val="100000"/>
              </a:lnSpc>
              <a:spcBef>
                <a:spcPts val="0"/>
              </a:spcBef>
              <a:spcAft>
                <a:spcPts val="0"/>
              </a:spcAft>
              <a:buSzPts val="1700"/>
              <a:buNone/>
              <a:defRPr sz="1700"/>
            </a:lvl5pPr>
            <a:lvl6pPr lvl="5">
              <a:lnSpc>
                <a:spcPct val="100000"/>
              </a:lnSpc>
              <a:spcBef>
                <a:spcPts val="0"/>
              </a:spcBef>
              <a:spcAft>
                <a:spcPts val="0"/>
              </a:spcAft>
              <a:buSzPts val="1700"/>
              <a:buNone/>
              <a:defRPr sz="1700"/>
            </a:lvl6pPr>
            <a:lvl7pPr lvl="6">
              <a:lnSpc>
                <a:spcPct val="100000"/>
              </a:lnSpc>
              <a:spcBef>
                <a:spcPts val="0"/>
              </a:spcBef>
              <a:spcAft>
                <a:spcPts val="0"/>
              </a:spcAft>
              <a:buSzPts val="1700"/>
              <a:buNone/>
              <a:defRPr sz="1700"/>
            </a:lvl7pPr>
            <a:lvl8pPr lvl="7">
              <a:lnSpc>
                <a:spcPct val="100000"/>
              </a:lnSpc>
              <a:spcBef>
                <a:spcPts val="0"/>
              </a:spcBef>
              <a:spcAft>
                <a:spcPts val="0"/>
              </a:spcAft>
              <a:buSzPts val="1700"/>
              <a:buNone/>
              <a:defRPr sz="1700"/>
            </a:lvl8pPr>
            <a:lvl9pPr lvl="8">
              <a:lnSpc>
                <a:spcPct val="100000"/>
              </a:lnSpc>
              <a:spcBef>
                <a:spcPts val="0"/>
              </a:spcBef>
              <a:spcAft>
                <a:spcPts val="0"/>
              </a:spcAft>
              <a:buSzPts val="1700"/>
              <a:buNone/>
              <a:defRPr sz="1700"/>
            </a:lvl9pPr>
          </a:lstStyle>
          <a:p/>
        </p:txBody>
      </p:sp>
      <p:sp>
        <p:nvSpPr>
          <p:cNvPr id="22" name="Google Shape;22;g3a086fe1579_0_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grpSp>
        <p:nvGrpSpPr>
          <p:cNvPr id="24" name="Google Shape;24;g3a086fe1579_0_16"/>
          <p:cNvGrpSpPr/>
          <p:nvPr/>
        </p:nvGrpSpPr>
        <p:grpSpPr>
          <a:xfrm>
            <a:off x="5875053" y="0"/>
            <a:ext cx="6316642" cy="6857248"/>
            <a:chOff x="4406400" y="0"/>
            <a:chExt cx="4737600" cy="5143065"/>
          </a:xfrm>
        </p:grpSpPr>
        <p:sp>
          <p:nvSpPr>
            <p:cNvPr id="25" name="Google Shape;25;g3a086fe1579_0_16"/>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 name="Google Shape;26;g3a086fe1579_0_16"/>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 name="Google Shape;27;g3a086fe1579_0_16"/>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 name="Google Shape;28;g3a086fe1579_0_16"/>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 name="Google Shape;29;g3a086fe1579_0_16"/>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 name="Google Shape;30;g3a086fe1579_0_16"/>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 name="Google Shape;31;g3a086fe1579_0_16"/>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 name="Google Shape;32;g3a086fe1579_0_16"/>
            <p:cNvSpPr/>
            <p:nvPr/>
          </p:nvSpPr>
          <p:spPr>
            <a:xfrm flipH="1">
              <a:off x="6908099" y="2069505"/>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 name="Google Shape;33;g3a086fe1579_0_16"/>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 name="Google Shape;34;g3a086fe1579_0_16"/>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 name="Google Shape;35;g3a086fe1579_0_16"/>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 name="Google Shape;36;g3a086fe1579_0_16"/>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 name="Google Shape;37;g3a086fe1579_0_16"/>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 name="Google Shape;38;g3a086fe1579_0_16"/>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 name="Google Shape;39;g3a086fe1579_0_16"/>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 name="Google Shape;40;g3a086fe1579_0_16"/>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 name="Google Shape;41;g3a086fe1579_0_16"/>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 name="Google Shape;42;g3a086fe1579_0_16"/>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43" name="Google Shape;43;g3a086fe1579_0_16"/>
          <p:cNvSpPr txBox="1"/>
          <p:nvPr>
            <p:ph type="title"/>
          </p:nvPr>
        </p:nvSpPr>
        <p:spPr>
          <a:xfrm>
            <a:off x="1098467" y="2737333"/>
            <a:ext cx="6116100" cy="1531500"/>
          </a:xfrm>
          <a:prstGeom prst="rect">
            <a:avLst/>
          </a:prstGeom>
        </p:spPr>
        <p:txBody>
          <a:bodyPr anchorCtr="0" anchor="ctr"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44" name="Google Shape;44;g3a086fe1579_0_1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grpSp>
        <p:nvGrpSpPr>
          <p:cNvPr id="46" name="Google Shape;46;g3a086fe1579_0_38"/>
          <p:cNvGrpSpPr/>
          <p:nvPr/>
        </p:nvGrpSpPr>
        <p:grpSpPr>
          <a:xfrm>
            <a:off x="0" y="507989"/>
            <a:ext cx="1383765" cy="1355016"/>
            <a:chOff x="0" y="381001"/>
            <a:chExt cx="1037850" cy="1016287"/>
          </a:xfrm>
        </p:grpSpPr>
        <p:sp>
          <p:nvSpPr>
            <p:cNvPr id="47" name="Google Shape;47;g3a086fe1579_0_38"/>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 name="Google Shape;48;g3a086fe1579_0_38"/>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49" name="Google Shape;49;g3a086fe1579_0_38"/>
          <p:cNvSpPr txBox="1"/>
          <p:nvPr>
            <p:ph type="title"/>
          </p:nvPr>
        </p:nvSpPr>
        <p:spPr>
          <a:xfrm>
            <a:off x="1730000" y="525000"/>
            <a:ext cx="9385200" cy="1218900"/>
          </a:xfrm>
          <a:prstGeom prst="rect">
            <a:avLst/>
          </a:prstGeom>
        </p:spPr>
        <p:txBody>
          <a:bodyPr anchorCtr="0" anchor="t"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50" name="Google Shape;50;g3a086fe1579_0_38"/>
          <p:cNvSpPr txBox="1"/>
          <p:nvPr>
            <p:ph idx="1" type="body"/>
          </p:nvPr>
        </p:nvSpPr>
        <p:spPr>
          <a:xfrm>
            <a:off x="1730000" y="2090067"/>
            <a:ext cx="9385200" cy="38817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51" name="Google Shape;51;g3a086fe1579_0_3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2" name="Shape 52"/>
        <p:cNvGrpSpPr/>
        <p:nvPr/>
      </p:nvGrpSpPr>
      <p:grpSpPr>
        <a:xfrm>
          <a:off x="0" y="0"/>
          <a:ext cx="0" cy="0"/>
          <a:chOff x="0" y="0"/>
          <a:chExt cx="0" cy="0"/>
        </a:xfrm>
      </p:grpSpPr>
      <p:grpSp>
        <p:nvGrpSpPr>
          <p:cNvPr id="53" name="Google Shape;53;g3a086fe1579_0_45"/>
          <p:cNvGrpSpPr/>
          <p:nvPr/>
        </p:nvGrpSpPr>
        <p:grpSpPr>
          <a:xfrm>
            <a:off x="0" y="507989"/>
            <a:ext cx="1383765" cy="1355016"/>
            <a:chOff x="0" y="381001"/>
            <a:chExt cx="1037850" cy="1016287"/>
          </a:xfrm>
        </p:grpSpPr>
        <p:sp>
          <p:nvSpPr>
            <p:cNvPr id="54" name="Google Shape;54;g3a086fe1579_0_45"/>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 name="Google Shape;55;g3a086fe1579_0_45"/>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56" name="Google Shape;56;g3a086fe1579_0_45"/>
          <p:cNvSpPr txBox="1"/>
          <p:nvPr>
            <p:ph type="title"/>
          </p:nvPr>
        </p:nvSpPr>
        <p:spPr>
          <a:xfrm>
            <a:off x="1730000" y="525000"/>
            <a:ext cx="9385200" cy="1218900"/>
          </a:xfrm>
          <a:prstGeom prst="rect">
            <a:avLst/>
          </a:prstGeom>
        </p:spPr>
        <p:txBody>
          <a:bodyPr anchorCtr="0" anchor="t"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57" name="Google Shape;57;g3a086fe1579_0_45"/>
          <p:cNvSpPr txBox="1"/>
          <p:nvPr>
            <p:ph idx="1" type="body"/>
          </p:nvPr>
        </p:nvSpPr>
        <p:spPr>
          <a:xfrm>
            <a:off x="1730000" y="2090067"/>
            <a:ext cx="4537500" cy="38817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58" name="Google Shape;58;g3a086fe1579_0_45"/>
          <p:cNvSpPr txBox="1"/>
          <p:nvPr>
            <p:ph idx="2" type="body"/>
          </p:nvPr>
        </p:nvSpPr>
        <p:spPr>
          <a:xfrm>
            <a:off x="6577628" y="2090067"/>
            <a:ext cx="4537500" cy="38817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59" name="Google Shape;59;g3a086fe1579_0_4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grpSp>
        <p:nvGrpSpPr>
          <p:cNvPr id="61" name="Google Shape;61;g3a086fe1579_0_53"/>
          <p:cNvGrpSpPr/>
          <p:nvPr/>
        </p:nvGrpSpPr>
        <p:grpSpPr>
          <a:xfrm>
            <a:off x="0" y="507989"/>
            <a:ext cx="1383765" cy="1355016"/>
            <a:chOff x="0" y="381001"/>
            <a:chExt cx="1037850" cy="1016287"/>
          </a:xfrm>
        </p:grpSpPr>
        <p:sp>
          <p:nvSpPr>
            <p:cNvPr id="62" name="Google Shape;62;g3a086fe1579_0_53"/>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 name="Google Shape;63;g3a086fe1579_0_53"/>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64" name="Google Shape;64;g3a086fe1579_0_53"/>
          <p:cNvSpPr txBox="1"/>
          <p:nvPr>
            <p:ph type="title"/>
          </p:nvPr>
        </p:nvSpPr>
        <p:spPr>
          <a:xfrm>
            <a:off x="1730000" y="525000"/>
            <a:ext cx="9385200" cy="1218900"/>
          </a:xfrm>
          <a:prstGeom prst="rect">
            <a:avLst/>
          </a:prstGeom>
        </p:spPr>
        <p:txBody>
          <a:bodyPr anchorCtr="0" anchor="t"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65" name="Google Shape;65;g3a086fe1579_0_5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6" name="Shape 66"/>
        <p:cNvGrpSpPr/>
        <p:nvPr/>
      </p:nvGrpSpPr>
      <p:grpSpPr>
        <a:xfrm>
          <a:off x="0" y="0"/>
          <a:ext cx="0" cy="0"/>
          <a:chOff x="0" y="0"/>
          <a:chExt cx="0" cy="0"/>
        </a:xfrm>
      </p:grpSpPr>
      <p:grpSp>
        <p:nvGrpSpPr>
          <p:cNvPr id="67" name="Google Shape;67;g3a086fe1579_0_59"/>
          <p:cNvGrpSpPr/>
          <p:nvPr/>
        </p:nvGrpSpPr>
        <p:grpSpPr>
          <a:xfrm>
            <a:off x="0" y="507989"/>
            <a:ext cx="1383765" cy="1355016"/>
            <a:chOff x="0" y="381001"/>
            <a:chExt cx="1037850" cy="1016287"/>
          </a:xfrm>
        </p:grpSpPr>
        <p:sp>
          <p:nvSpPr>
            <p:cNvPr id="68" name="Google Shape;68;g3a086fe1579_0_59"/>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9" name="Google Shape;69;g3a086fe1579_0_59"/>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70" name="Google Shape;70;g3a086fe1579_0_59"/>
          <p:cNvSpPr txBox="1"/>
          <p:nvPr>
            <p:ph type="title"/>
          </p:nvPr>
        </p:nvSpPr>
        <p:spPr>
          <a:xfrm>
            <a:off x="1730000" y="525000"/>
            <a:ext cx="5065200" cy="1990800"/>
          </a:xfrm>
          <a:prstGeom prst="rect">
            <a:avLst/>
          </a:prstGeom>
        </p:spPr>
        <p:txBody>
          <a:bodyPr anchorCtr="0" anchor="t"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71" name="Google Shape;71;g3a086fe1579_0_59"/>
          <p:cNvSpPr txBox="1"/>
          <p:nvPr>
            <p:ph idx="1" type="body"/>
          </p:nvPr>
        </p:nvSpPr>
        <p:spPr>
          <a:xfrm>
            <a:off x="1730000" y="2630067"/>
            <a:ext cx="5065200" cy="32211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72" name="Google Shape;72;g3a086fe1579_0_5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3" name="Shape 73"/>
        <p:cNvGrpSpPr/>
        <p:nvPr/>
      </p:nvGrpSpPr>
      <p:grpSpPr>
        <a:xfrm>
          <a:off x="0" y="0"/>
          <a:ext cx="0" cy="0"/>
          <a:chOff x="0" y="0"/>
          <a:chExt cx="0" cy="0"/>
        </a:xfrm>
      </p:grpSpPr>
      <p:grpSp>
        <p:nvGrpSpPr>
          <p:cNvPr id="74" name="Google Shape;74;g3a086fe1579_0_66"/>
          <p:cNvGrpSpPr/>
          <p:nvPr/>
        </p:nvGrpSpPr>
        <p:grpSpPr>
          <a:xfrm>
            <a:off x="5875053" y="0"/>
            <a:ext cx="6316642" cy="6857829"/>
            <a:chOff x="4406400" y="0"/>
            <a:chExt cx="4737600" cy="5143500"/>
          </a:xfrm>
        </p:grpSpPr>
        <p:sp>
          <p:nvSpPr>
            <p:cNvPr id="75" name="Google Shape;75;g3a086fe1579_0_66"/>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 name="Google Shape;76;g3a086fe1579_0_66"/>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 name="Google Shape;77;g3a086fe1579_0_66"/>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 name="Google Shape;78;g3a086fe1579_0_66"/>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 name="Google Shape;79;g3a086fe1579_0_66"/>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 name="Google Shape;80;g3a086fe1579_0_66"/>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 name="Google Shape;81;g3a086fe1579_0_66"/>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2" name="Google Shape;82;g3a086fe1579_0_66"/>
            <p:cNvSpPr/>
            <p:nvPr/>
          </p:nvSpPr>
          <p:spPr>
            <a:xfrm flipH="1">
              <a:off x="6908099" y="2069680"/>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3" name="Google Shape;83;g3a086fe1579_0_66"/>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4" name="Google Shape;84;g3a086fe1579_0_66"/>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5" name="Google Shape;85;g3a086fe1579_0_66"/>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6" name="Google Shape;86;g3a086fe1579_0_66"/>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7" name="Google Shape;87;g3a086fe1579_0_66"/>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8" name="Google Shape;88;g3a086fe1579_0_66"/>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9" name="Google Shape;89;g3a086fe1579_0_66"/>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0" name="Google Shape;90;g3a086fe1579_0_66"/>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1" name="Google Shape;91;g3a086fe1579_0_66"/>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2" name="Google Shape;92;g3a086fe1579_0_66"/>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93" name="Google Shape;93;g3a086fe1579_0_66"/>
          <p:cNvSpPr txBox="1"/>
          <p:nvPr>
            <p:ph type="title"/>
          </p:nvPr>
        </p:nvSpPr>
        <p:spPr>
          <a:xfrm>
            <a:off x="1098467" y="1155700"/>
            <a:ext cx="6116100" cy="4694700"/>
          </a:xfrm>
          <a:prstGeom prst="rect">
            <a:avLst/>
          </a:prstGeom>
        </p:spPr>
        <p:txBody>
          <a:bodyPr anchorCtr="0" anchor="ctr"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94" name="Google Shape;94;g3a086fe1579_0_6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5" name="Shape 95"/>
        <p:cNvGrpSpPr/>
        <p:nvPr/>
      </p:nvGrpSpPr>
      <p:grpSpPr>
        <a:xfrm>
          <a:off x="0" y="0"/>
          <a:ext cx="0" cy="0"/>
          <a:chOff x="0" y="0"/>
          <a:chExt cx="0" cy="0"/>
        </a:xfrm>
      </p:grpSpPr>
      <p:grpSp>
        <p:nvGrpSpPr>
          <p:cNvPr id="96" name="Google Shape;96;g3a086fe1579_0_88"/>
          <p:cNvGrpSpPr/>
          <p:nvPr/>
        </p:nvGrpSpPr>
        <p:grpSpPr>
          <a:xfrm>
            <a:off x="0" y="507989"/>
            <a:ext cx="1383765" cy="1355016"/>
            <a:chOff x="0" y="381001"/>
            <a:chExt cx="1037850" cy="1016287"/>
          </a:xfrm>
        </p:grpSpPr>
        <p:sp>
          <p:nvSpPr>
            <p:cNvPr id="97" name="Google Shape;97;g3a086fe1579_0_88"/>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8" name="Google Shape;98;g3a086fe1579_0_88"/>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99" name="Google Shape;99;g3a086fe1579_0_88"/>
          <p:cNvSpPr txBox="1"/>
          <p:nvPr>
            <p:ph type="title"/>
          </p:nvPr>
        </p:nvSpPr>
        <p:spPr>
          <a:xfrm>
            <a:off x="1730000" y="2211100"/>
            <a:ext cx="4048500" cy="2335500"/>
          </a:xfrm>
          <a:prstGeom prst="rect">
            <a:avLst/>
          </a:prstGeom>
        </p:spPr>
        <p:txBody>
          <a:bodyPr anchorCtr="0" anchor="t"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100" name="Google Shape;100;g3a086fe1579_0_88"/>
          <p:cNvSpPr txBox="1"/>
          <p:nvPr>
            <p:ph idx="1" type="subTitle"/>
          </p:nvPr>
        </p:nvSpPr>
        <p:spPr>
          <a:xfrm>
            <a:off x="1730000" y="4717333"/>
            <a:ext cx="4048500" cy="674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SzPts val="1700"/>
              <a:buNone/>
              <a:defRPr/>
            </a:lvl1pPr>
            <a:lvl2pPr lvl="1">
              <a:lnSpc>
                <a:spcPct val="100000"/>
              </a:lnSpc>
              <a:spcBef>
                <a:spcPts val="0"/>
              </a:spcBef>
              <a:spcAft>
                <a:spcPts val="0"/>
              </a:spcAft>
              <a:buSzPts val="1700"/>
              <a:buNone/>
              <a:defRPr sz="1700"/>
            </a:lvl2pPr>
            <a:lvl3pPr lvl="2">
              <a:lnSpc>
                <a:spcPct val="100000"/>
              </a:lnSpc>
              <a:spcBef>
                <a:spcPts val="0"/>
              </a:spcBef>
              <a:spcAft>
                <a:spcPts val="0"/>
              </a:spcAft>
              <a:buSzPts val="1700"/>
              <a:buNone/>
              <a:defRPr sz="1700"/>
            </a:lvl3pPr>
            <a:lvl4pPr lvl="3">
              <a:lnSpc>
                <a:spcPct val="100000"/>
              </a:lnSpc>
              <a:spcBef>
                <a:spcPts val="0"/>
              </a:spcBef>
              <a:spcAft>
                <a:spcPts val="0"/>
              </a:spcAft>
              <a:buSzPts val="1700"/>
              <a:buNone/>
              <a:defRPr sz="1700"/>
            </a:lvl4pPr>
            <a:lvl5pPr lvl="4">
              <a:lnSpc>
                <a:spcPct val="100000"/>
              </a:lnSpc>
              <a:spcBef>
                <a:spcPts val="0"/>
              </a:spcBef>
              <a:spcAft>
                <a:spcPts val="0"/>
              </a:spcAft>
              <a:buSzPts val="1700"/>
              <a:buNone/>
              <a:defRPr sz="1700"/>
            </a:lvl5pPr>
            <a:lvl6pPr lvl="5">
              <a:lnSpc>
                <a:spcPct val="100000"/>
              </a:lnSpc>
              <a:spcBef>
                <a:spcPts val="0"/>
              </a:spcBef>
              <a:spcAft>
                <a:spcPts val="0"/>
              </a:spcAft>
              <a:buSzPts val="1700"/>
              <a:buNone/>
              <a:defRPr sz="1700"/>
            </a:lvl6pPr>
            <a:lvl7pPr lvl="6">
              <a:lnSpc>
                <a:spcPct val="100000"/>
              </a:lnSpc>
              <a:spcBef>
                <a:spcPts val="0"/>
              </a:spcBef>
              <a:spcAft>
                <a:spcPts val="0"/>
              </a:spcAft>
              <a:buSzPts val="1700"/>
              <a:buNone/>
              <a:defRPr sz="1700"/>
            </a:lvl7pPr>
            <a:lvl8pPr lvl="7">
              <a:lnSpc>
                <a:spcPct val="100000"/>
              </a:lnSpc>
              <a:spcBef>
                <a:spcPts val="0"/>
              </a:spcBef>
              <a:spcAft>
                <a:spcPts val="0"/>
              </a:spcAft>
              <a:buSzPts val="1700"/>
              <a:buNone/>
              <a:defRPr sz="1700"/>
            </a:lvl8pPr>
            <a:lvl9pPr lvl="8">
              <a:lnSpc>
                <a:spcPct val="100000"/>
              </a:lnSpc>
              <a:spcBef>
                <a:spcPts val="0"/>
              </a:spcBef>
              <a:spcAft>
                <a:spcPts val="0"/>
              </a:spcAft>
              <a:buSzPts val="1700"/>
              <a:buNone/>
              <a:defRPr sz="1700"/>
            </a:lvl9pPr>
          </a:lstStyle>
          <a:p/>
        </p:txBody>
      </p:sp>
      <p:sp>
        <p:nvSpPr>
          <p:cNvPr id="101" name="Google Shape;101;g3a086fe1579_0_88"/>
          <p:cNvSpPr txBox="1"/>
          <p:nvPr>
            <p:ph idx="2" type="body"/>
          </p:nvPr>
        </p:nvSpPr>
        <p:spPr>
          <a:xfrm>
            <a:off x="6197600" y="2262133"/>
            <a:ext cx="4902300" cy="31299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102" name="Google Shape;102;g3a086fe1579_0_8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3" name="Shape 103"/>
        <p:cNvGrpSpPr/>
        <p:nvPr/>
      </p:nvGrpSpPr>
      <p:grpSpPr>
        <a:xfrm>
          <a:off x="0" y="0"/>
          <a:ext cx="0" cy="0"/>
          <a:chOff x="0" y="0"/>
          <a:chExt cx="0" cy="0"/>
        </a:xfrm>
      </p:grpSpPr>
      <p:grpSp>
        <p:nvGrpSpPr>
          <p:cNvPr id="104" name="Google Shape;104;g3a086fe1579_0_96"/>
          <p:cNvGrpSpPr/>
          <p:nvPr/>
        </p:nvGrpSpPr>
        <p:grpSpPr>
          <a:xfrm>
            <a:off x="0" y="5504636"/>
            <a:ext cx="931877" cy="912853"/>
            <a:chOff x="0" y="3785672"/>
            <a:chExt cx="698925" cy="684657"/>
          </a:xfrm>
        </p:grpSpPr>
        <p:sp>
          <p:nvSpPr>
            <p:cNvPr id="105" name="Google Shape;105;g3a086fe1579_0_96"/>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6" name="Google Shape;106;g3a086fe1579_0_96"/>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07" name="Google Shape;107;g3a086fe1579_0_96"/>
          <p:cNvSpPr txBox="1"/>
          <p:nvPr>
            <p:ph idx="1" type="body"/>
          </p:nvPr>
        </p:nvSpPr>
        <p:spPr>
          <a:xfrm>
            <a:off x="1083633" y="5740500"/>
            <a:ext cx="9248100" cy="6984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1700"/>
              <a:buNone/>
              <a:defRPr/>
            </a:lvl1pPr>
          </a:lstStyle>
          <a:p/>
        </p:txBody>
      </p:sp>
      <p:sp>
        <p:nvSpPr>
          <p:cNvPr id="108" name="Google Shape;108;g3a086fe1579_0_9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9" name="Shape 109"/>
        <p:cNvGrpSpPr/>
        <p:nvPr/>
      </p:nvGrpSpPr>
      <p:grpSpPr>
        <a:xfrm>
          <a:off x="0" y="0"/>
          <a:ext cx="0" cy="0"/>
          <a:chOff x="0" y="0"/>
          <a:chExt cx="0" cy="0"/>
        </a:xfrm>
      </p:grpSpPr>
      <p:grpSp>
        <p:nvGrpSpPr>
          <p:cNvPr id="110" name="Google Shape;110;g3a086fe1579_0_102"/>
          <p:cNvGrpSpPr/>
          <p:nvPr/>
        </p:nvGrpSpPr>
        <p:grpSpPr>
          <a:xfrm>
            <a:off x="5875053" y="0"/>
            <a:ext cx="6316642" cy="6857248"/>
            <a:chOff x="4406400" y="0"/>
            <a:chExt cx="4737600" cy="5143065"/>
          </a:xfrm>
        </p:grpSpPr>
        <p:sp>
          <p:nvSpPr>
            <p:cNvPr id="111" name="Google Shape;111;g3a086fe1579_0_102"/>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 name="Google Shape;112;g3a086fe1579_0_102"/>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3" name="Google Shape;113;g3a086fe1579_0_102"/>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4" name="Google Shape;114;g3a086fe1579_0_102"/>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5" name="Google Shape;115;g3a086fe1579_0_102"/>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6" name="Google Shape;116;g3a086fe1579_0_102"/>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7" name="Google Shape;117;g3a086fe1579_0_102"/>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8" name="Google Shape;118;g3a086fe1579_0_102"/>
            <p:cNvSpPr/>
            <p:nvPr/>
          </p:nvSpPr>
          <p:spPr>
            <a:xfrm flipH="1">
              <a:off x="6908099" y="2069505"/>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9" name="Google Shape;119;g3a086fe1579_0_102"/>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0" name="Google Shape;120;g3a086fe1579_0_102"/>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1" name="Google Shape;121;g3a086fe1579_0_102"/>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2" name="Google Shape;122;g3a086fe1579_0_102"/>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3" name="Google Shape;123;g3a086fe1579_0_102"/>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4" name="Google Shape;124;g3a086fe1579_0_102"/>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5" name="Google Shape;125;g3a086fe1579_0_102"/>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6" name="Google Shape;126;g3a086fe1579_0_102"/>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7" name="Google Shape;127;g3a086fe1579_0_102"/>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8" name="Google Shape;128;g3a086fe1579_0_102"/>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29" name="Google Shape;129;g3a086fe1579_0_102"/>
          <p:cNvSpPr txBox="1"/>
          <p:nvPr>
            <p:ph hasCustomPrompt="1" type="title"/>
          </p:nvPr>
        </p:nvSpPr>
        <p:spPr>
          <a:xfrm>
            <a:off x="1098467" y="1712900"/>
            <a:ext cx="6368100" cy="1734300"/>
          </a:xfrm>
          <a:prstGeom prst="rect">
            <a:avLst/>
          </a:prstGeom>
        </p:spPr>
        <p:txBody>
          <a:bodyPr anchorCtr="0" anchor="t" bIns="121900" lIns="121900" spcFirstLastPara="1" rIns="121900" wrap="square" tIns="121900">
            <a:normAutofit/>
          </a:bodyPr>
          <a:lstStyle>
            <a:lvl1pPr lvl="0">
              <a:spcBef>
                <a:spcPts val="0"/>
              </a:spcBef>
              <a:spcAft>
                <a:spcPts val="0"/>
              </a:spcAft>
              <a:buSzPts val="10700"/>
              <a:buNone/>
              <a:defRPr sz="10700"/>
            </a:lvl1pPr>
            <a:lvl2pPr lvl="1">
              <a:spcBef>
                <a:spcPts val="0"/>
              </a:spcBef>
              <a:spcAft>
                <a:spcPts val="0"/>
              </a:spcAft>
              <a:buSzPts val="10700"/>
              <a:buNone/>
              <a:defRPr sz="10700"/>
            </a:lvl2pPr>
            <a:lvl3pPr lvl="2">
              <a:spcBef>
                <a:spcPts val="0"/>
              </a:spcBef>
              <a:spcAft>
                <a:spcPts val="0"/>
              </a:spcAft>
              <a:buSzPts val="10700"/>
              <a:buNone/>
              <a:defRPr sz="10700"/>
            </a:lvl3pPr>
            <a:lvl4pPr lvl="3">
              <a:spcBef>
                <a:spcPts val="0"/>
              </a:spcBef>
              <a:spcAft>
                <a:spcPts val="0"/>
              </a:spcAft>
              <a:buSzPts val="10700"/>
              <a:buNone/>
              <a:defRPr sz="10700"/>
            </a:lvl4pPr>
            <a:lvl5pPr lvl="4">
              <a:spcBef>
                <a:spcPts val="0"/>
              </a:spcBef>
              <a:spcAft>
                <a:spcPts val="0"/>
              </a:spcAft>
              <a:buSzPts val="10700"/>
              <a:buNone/>
              <a:defRPr sz="10700"/>
            </a:lvl5pPr>
            <a:lvl6pPr lvl="5">
              <a:spcBef>
                <a:spcPts val="0"/>
              </a:spcBef>
              <a:spcAft>
                <a:spcPts val="0"/>
              </a:spcAft>
              <a:buSzPts val="10700"/>
              <a:buNone/>
              <a:defRPr sz="10700"/>
            </a:lvl6pPr>
            <a:lvl7pPr lvl="6">
              <a:spcBef>
                <a:spcPts val="0"/>
              </a:spcBef>
              <a:spcAft>
                <a:spcPts val="0"/>
              </a:spcAft>
              <a:buSzPts val="10700"/>
              <a:buNone/>
              <a:defRPr sz="10700"/>
            </a:lvl7pPr>
            <a:lvl8pPr lvl="7">
              <a:spcBef>
                <a:spcPts val="0"/>
              </a:spcBef>
              <a:spcAft>
                <a:spcPts val="0"/>
              </a:spcAft>
              <a:buSzPts val="10700"/>
              <a:buNone/>
              <a:defRPr sz="10700"/>
            </a:lvl8pPr>
            <a:lvl9pPr lvl="8">
              <a:spcBef>
                <a:spcPts val="0"/>
              </a:spcBef>
              <a:spcAft>
                <a:spcPts val="0"/>
              </a:spcAft>
              <a:buSzPts val="10700"/>
              <a:buNone/>
              <a:defRPr sz="10700"/>
            </a:lvl9pPr>
          </a:lstStyle>
          <a:p>
            <a:r>
              <a:t>xx%</a:t>
            </a:r>
          </a:p>
        </p:txBody>
      </p:sp>
      <p:sp>
        <p:nvSpPr>
          <p:cNvPr id="130" name="Google Shape;130;g3a086fe1579_0_102"/>
          <p:cNvSpPr txBox="1"/>
          <p:nvPr>
            <p:ph idx="1" type="body"/>
          </p:nvPr>
        </p:nvSpPr>
        <p:spPr>
          <a:xfrm>
            <a:off x="1098467" y="3524166"/>
            <a:ext cx="6368100" cy="16251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131" name="Google Shape;131;g3a086fe1579_0_10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2" name="Shape 132"/>
        <p:cNvGrpSpPr/>
        <p:nvPr/>
      </p:nvGrpSpPr>
      <p:grpSpPr>
        <a:xfrm>
          <a:off x="0" y="0"/>
          <a:ext cx="0" cy="0"/>
          <a:chOff x="0" y="0"/>
          <a:chExt cx="0" cy="0"/>
        </a:xfrm>
      </p:grpSpPr>
      <p:sp>
        <p:nvSpPr>
          <p:cNvPr id="133" name="Google Shape;133;g3a086fe1579_0_12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4" name="Shape 134"/>
        <p:cNvGrpSpPr/>
        <p:nvPr/>
      </p:nvGrpSpPr>
      <p:grpSpPr>
        <a:xfrm>
          <a:off x="0" y="0"/>
          <a:ext cx="0" cy="0"/>
          <a:chOff x="0" y="0"/>
          <a:chExt cx="0" cy="0"/>
        </a:xfrm>
      </p:grpSpPr>
      <p:sp>
        <p:nvSpPr>
          <p:cNvPr id="135" name="Google Shape;135;g3a086fe1579_0_127"/>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36" name="Google Shape;136;g3a086fe1579_0_127"/>
          <p:cNvSpPr txBox="1"/>
          <p:nvPr>
            <p:ph idx="1" type="body"/>
          </p:nvPr>
        </p:nvSpPr>
        <p:spPr>
          <a:xfrm>
            <a:off x="1097280" y="2108201"/>
            <a:ext cx="10058400" cy="3760800"/>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37" name="Google Shape;137;g3a086fe1579_0_127"/>
          <p:cNvSpPr txBox="1"/>
          <p:nvPr>
            <p:ph idx="10" type="dt"/>
          </p:nvPr>
        </p:nvSpPr>
        <p:spPr>
          <a:xfrm>
            <a:off x="8218426" y="6446838"/>
            <a:ext cx="25848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g3a086fe1579_0_127"/>
          <p:cNvSpPr txBox="1"/>
          <p:nvPr>
            <p:ph idx="11" type="ftr"/>
          </p:nvPr>
        </p:nvSpPr>
        <p:spPr>
          <a:xfrm>
            <a:off x="1097279" y="6446838"/>
            <a:ext cx="68184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g3a086fe1579_0_127"/>
          <p:cNvSpPr txBox="1"/>
          <p:nvPr>
            <p:ph idx="12" type="sldNum"/>
          </p:nvPr>
        </p:nvSpPr>
        <p:spPr>
          <a:xfrm>
            <a:off x="10993582" y="6446838"/>
            <a:ext cx="780000" cy="365100"/>
          </a:xfrm>
          <a:prstGeom prst="rect">
            <a:avLst/>
          </a:prstGeom>
          <a:noFill/>
          <a:ln>
            <a:noFill/>
          </a:ln>
        </p:spPr>
        <p:txBody>
          <a:bodyPr anchorCtr="0" anchor="ctr" bIns="45700" lIns="91425" spcFirstLastPara="1" rIns="91425" wrap="square" tIns="45700">
            <a:norm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1600">
        <p14:prism dir="l"/>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9" name="Shape 9"/>
        <p:cNvGrpSpPr/>
        <p:nvPr/>
      </p:nvGrpSpPr>
      <p:grpSpPr>
        <a:xfrm>
          <a:off x="0" y="0"/>
          <a:ext cx="0" cy="0"/>
          <a:chOff x="0" y="0"/>
          <a:chExt cx="0" cy="0"/>
        </a:xfrm>
      </p:grpSpPr>
      <p:sp>
        <p:nvSpPr>
          <p:cNvPr id="10" name="Google Shape;10;g3a086fe1579_0_2"/>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1pPr>
            <a:lvl2pPr lvl="1">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2pPr>
            <a:lvl3pPr lvl="2">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3pPr>
            <a:lvl4pPr lvl="3">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4pPr>
            <a:lvl5pPr lvl="4">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5pPr>
            <a:lvl6pPr lvl="5">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6pPr>
            <a:lvl7pPr lvl="6">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7pPr>
            <a:lvl8pPr lvl="7">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8pPr>
            <a:lvl9pPr lvl="8">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9pPr>
          </a:lstStyle>
          <a:p/>
        </p:txBody>
      </p:sp>
      <p:sp>
        <p:nvSpPr>
          <p:cNvPr id="11" name="Google Shape;11;g3a086fe1579_0_2"/>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36550" lvl="0" marL="457200">
              <a:lnSpc>
                <a:spcPct val="115000"/>
              </a:lnSpc>
              <a:spcBef>
                <a:spcPts val="0"/>
              </a:spcBef>
              <a:spcAft>
                <a:spcPts val="0"/>
              </a:spcAft>
              <a:buClr>
                <a:schemeClr val="lt1"/>
              </a:buClr>
              <a:buSzPts val="1700"/>
              <a:buFont typeface="Lato"/>
              <a:buChar char="●"/>
              <a:defRPr sz="1700">
                <a:solidFill>
                  <a:schemeClr val="lt1"/>
                </a:solidFill>
                <a:latin typeface="Lato"/>
                <a:ea typeface="Lato"/>
                <a:cs typeface="Lato"/>
                <a:sym typeface="Lato"/>
              </a:defRPr>
            </a:lvl1pPr>
            <a:lvl2pPr indent="-323850" lvl="1" marL="9144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2pPr>
            <a:lvl3pPr indent="-323850" lvl="2" marL="13716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3pPr>
            <a:lvl4pPr indent="-323850" lvl="3" marL="18288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4pPr>
            <a:lvl5pPr indent="-323850" lvl="4" marL="22860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5pPr>
            <a:lvl6pPr indent="-323850" lvl="5" marL="27432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6pPr>
            <a:lvl7pPr indent="-323850" lvl="6" marL="32004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7pPr>
            <a:lvl8pPr indent="-323850" lvl="7" marL="36576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8pPr>
            <a:lvl9pPr indent="-323850" lvl="8" marL="41148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9pPr>
          </a:lstStyle>
          <a:p/>
        </p:txBody>
      </p:sp>
      <p:sp>
        <p:nvSpPr>
          <p:cNvPr id="12" name="Google Shape;12;g3a086fe1579_0_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lt1"/>
                </a:solidFill>
                <a:latin typeface="Lato"/>
                <a:ea typeface="Lato"/>
                <a:cs typeface="Lato"/>
                <a:sym typeface="Lato"/>
              </a:defRPr>
            </a:lvl1pPr>
            <a:lvl2pPr lvl="1" algn="r">
              <a:buNone/>
              <a:defRPr sz="1300">
                <a:solidFill>
                  <a:schemeClr val="lt1"/>
                </a:solidFill>
                <a:latin typeface="Lato"/>
                <a:ea typeface="Lato"/>
                <a:cs typeface="Lato"/>
                <a:sym typeface="Lato"/>
              </a:defRPr>
            </a:lvl2pPr>
            <a:lvl3pPr lvl="2" algn="r">
              <a:buNone/>
              <a:defRPr sz="1300">
                <a:solidFill>
                  <a:schemeClr val="lt1"/>
                </a:solidFill>
                <a:latin typeface="Lato"/>
                <a:ea typeface="Lato"/>
                <a:cs typeface="Lato"/>
                <a:sym typeface="Lato"/>
              </a:defRPr>
            </a:lvl3pPr>
            <a:lvl4pPr lvl="3" algn="r">
              <a:buNone/>
              <a:defRPr sz="1300">
                <a:solidFill>
                  <a:schemeClr val="lt1"/>
                </a:solidFill>
                <a:latin typeface="Lato"/>
                <a:ea typeface="Lato"/>
                <a:cs typeface="Lato"/>
                <a:sym typeface="Lato"/>
              </a:defRPr>
            </a:lvl4pPr>
            <a:lvl5pPr lvl="4" algn="r">
              <a:buNone/>
              <a:defRPr sz="1300">
                <a:solidFill>
                  <a:schemeClr val="lt1"/>
                </a:solidFill>
                <a:latin typeface="Lato"/>
                <a:ea typeface="Lato"/>
                <a:cs typeface="Lato"/>
                <a:sym typeface="Lato"/>
              </a:defRPr>
            </a:lvl5pPr>
            <a:lvl6pPr lvl="5" algn="r">
              <a:buNone/>
              <a:defRPr sz="1300">
                <a:solidFill>
                  <a:schemeClr val="lt1"/>
                </a:solidFill>
                <a:latin typeface="Lato"/>
                <a:ea typeface="Lato"/>
                <a:cs typeface="Lato"/>
                <a:sym typeface="Lato"/>
              </a:defRPr>
            </a:lvl6pPr>
            <a:lvl7pPr lvl="6" algn="r">
              <a:buNone/>
              <a:defRPr sz="1300">
                <a:solidFill>
                  <a:schemeClr val="lt1"/>
                </a:solidFill>
                <a:latin typeface="Lato"/>
                <a:ea typeface="Lato"/>
                <a:cs typeface="Lato"/>
                <a:sym typeface="Lato"/>
              </a:defRPr>
            </a:lvl7pPr>
            <a:lvl8pPr lvl="7" algn="r">
              <a:buNone/>
              <a:defRPr sz="1300">
                <a:solidFill>
                  <a:schemeClr val="lt1"/>
                </a:solidFill>
                <a:latin typeface="Lato"/>
                <a:ea typeface="Lato"/>
                <a:cs typeface="Lato"/>
                <a:sym typeface="Lato"/>
              </a:defRPr>
            </a:lvl8pPr>
            <a:lvl9pPr lvl="8" algn="r">
              <a:buNone/>
              <a:defRPr sz="13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mc:Choice Requires="p14">
      <p:transition spd="slow" p14:dur="1600">
        <p14:prism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descr="This may contain: a green race car hanging from the side of a wall" id="144" name="Google Shape;144;p1"/>
          <p:cNvPicPr preferRelativeResize="0"/>
          <p:nvPr/>
        </p:nvPicPr>
        <p:blipFill rotWithShape="1">
          <a:blip r:embed="rId3">
            <a:alphaModFix/>
          </a:blip>
          <a:srcRect b="0" l="0" r="0" t="0"/>
          <a:stretch/>
        </p:blipFill>
        <p:spPr>
          <a:xfrm rot="5400000">
            <a:off x="2876895" y="-2876893"/>
            <a:ext cx="6438210" cy="12192000"/>
          </a:xfrm>
          <a:prstGeom prst="rect">
            <a:avLst/>
          </a:prstGeom>
          <a:noFill/>
          <a:ln>
            <a:noFill/>
          </a:ln>
        </p:spPr>
      </p:pic>
      <p:sp>
        <p:nvSpPr>
          <p:cNvPr id="145" name="Google Shape;145;p1"/>
          <p:cNvSpPr txBox="1"/>
          <p:nvPr/>
        </p:nvSpPr>
        <p:spPr>
          <a:xfrm>
            <a:off x="3733800" y="773358"/>
            <a:ext cx="8184000" cy="5850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IN" sz="3200">
                <a:solidFill>
                  <a:srgbClr val="2AD51B"/>
                </a:solidFill>
              </a:rPr>
              <a:t>Accelerating Insights Through Car Data</a:t>
            </a:r>
            <a:endParaRPr b="0" i="0" sz="3200" u="none" cap="none" strike="noStrike">
              <a:solidFill>
                <a:srgbClr val="2AD51B"/>
              </a:solidFill>
              <a:latin typeface="Arial"/>
              <a:ea typeface="Arial"/>
              <a:cs typeface="Arial"/>
              <a:sym typeface="Arial"/>
            </a:endParaRPr>
          </a:p>
        </p:txBody>
      </p:sp>
      <p:sp>
        <p:nvSpPr>
          <p:cNvPr id="146" name="Google Shape;146;p1"/>
          <p:cNvSpPr txBox="1"/>
          <p:nvPr/>
        </p:nvSpPr>
        <p:spPr>
          <a:xfrm>
            <a:off x="10037075" y="5770025"/>
            <a:ext cx="16917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rgbClr val="FFF7FF"/>
                </a:solidFill>
              </a:rPr>
              <a:t>Done By:</a:t>
            </a:r>
            <a:endParaRPr sz="2400">
              <a:solidFill>
                <a:srgbClr val="FFF7FF"/>
              </a:solidFill>
            </a:endParaRPr>
          </a:p>
          <a:p>
            <a:pPr indent="0" lvl="0" marL="0" marR="0" rtl="0" algn="l">
              <a:spcBef>
                <a:spcPts val="0"/>
              </a:spcBef>
              <a:spcAft>
                <a:spcPts val="0"/>
              </a:spcAft>
              <a:buNone/>
            </a:pPr>
            <a:r>
              <a:rPr lang="en-IN" sz="2400">
                <a:solidFill>
                  <a:srgbClr val="FFF7FF"/>
                </a:solidFill>
              </a:rPr>
              <a:t>Chidvilas</a:t>
            </a:r>
            <a:endParaRPr sz="2400">
              <a:solidFill>
                <a:srgbClr val="FFF7FF"/>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5">
                                            <p:txEl>
                                              <p:pRg end="0" st="0"/>
                                            </p:txEl>
                                          </p:spTgt>
                                        </p:tgtEl>
                                        <p:attrNameLst>
                                          <p:attrName>style.visibility</p:attrName>
                                        </p:attrNameLst>
                                      </p:cBhvr>
                                      <p:to>
                                        <p:strVal val="visible"/>
                                      </p:to>
                                    </p:set>
                                    <p:animEffect filter="fade" transition="in">
                                      <p:cBhvr>
                                        <p:cTn dur="1500"/>
                                        <p:tgtEl>
                                          <p:spTgt spid="145">
                                            <p:txEl>
                                              <p:pRg end="0" st="0"/>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1000"/>
                                        <p:tgtEl>
                                          <p:spTgt spid="1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600"/>
              <a:buFont typeface="Arial"/>
              <a:buNone/>
            </a:pPr>
            <a:r>
              <a:rPr lang="en-IN" sz="6600">
                <a:latin typeface="Arial"/>
                <a:ea typeface="Arial"/>
                <a:cs typeface="Arial"/>
                <a:sym typeface="Arial"/>
              </a:rPr>
              <a:t>Objective </a:t>
            </a:r>
            <a:endParaRPr/>
          </a:p>
        </p:txBody>
      </p:sp>
      <p:sp>
        <p:nvSpPr>
          <p:cNvPr id="152" name="Google Shape;152;p2"/>
          <p:cNvSpPr txBox="1"/>
          <p:nvPr>
            <p:ph idx="1" type="body"/>
          </p:nvPr>
        </p:nvSpPr>
        <p:spPr>
          <a:xfrm>
            <a:off x="1097280" y="2108201"/>
            <a:ext cx="10058400" cy="3760891"/>
          </a:xfrm>
          <a:prstGeom prst="rect">
            <a:avLst/>
          </a:prstGeom>
          <a:noFill/>
          <a:ln>
            <a:noFill/>
          </a:ln>
        </p:spPr>
        <p:txBody>
          <a:bodyPr anchorCtr="0" anchor="t" bIns="45700" lIns="0" spcFirstLastPara="1" rIns="0" wrap="square" tIns="45700">
            <a:normAutofit/>
          </a:bodyPr>
          <a:lstStyle/>
          <a:p>
            <a:pPr indent="-127000" lvl="0" marL="91440" rtl="0" algn="just">
              <a:lnSpc>
                <a:spcPct val="110000"/>
              </a:lnSpc>
              <a:spcBef>
                <a:spcPts val="0"/>
              </a:spcBef>
              <a:spcAft>
                <a:spcPts val="0"/>
              </a:spcAft>
              <a:buClr>
                <a:srgbClr val="D8D8D8"/>
              </a:buClr>
              <a:buSzPts val="2000"/>
              <a:buChar char="●"/>
            </a:pPr>
            <a:r>
              <a:rPr lang="en-IN" sz="2000">
                <a:solidFill>
                  <a:srgbClr val="D8D8D8"/>
                </a:solidFill>
                <a:latin typeface="Baumans"/>
                <a:ea typeface="Baumans"/>
                <a:cs typeface="Baumans"/>
                <a:sym typeface="Baumans"/>
              </a:rPr>
              <a:t>The main aim of this analysis is to explore and interpret patterns within the car market dataset by analyzing crucial factors such as price, customer ratings, specifications, and market preferences. It focuses on identifying top-performing models, classifying vehicles based on pricing segments, evaluating performance indicators like engine power and torque, and examining the connection between customer feedback (ratings and reviews) and product characteristics (fuel type, transmission, and body type). The overall objective is to deliver actionable insights that support effective product positioning, marketing decisions, and inventory strategies, while also uncovering potential areas for high-value and performance-oriented vehicle opportunities.</a:t>
            </a:r>
            <a:endParaRPr sz="2000">
              <a:solidFill>
                <a:srgbClr val="D8D8D8"/>
              </a:solidFill>
              <a:latin typeface="Baumans"/>
              <a:ea typeface="Baumans"/>
              <a:cs typeface="Baumans"/>
              <a:sym typeface="Baumans"/>
            </a:endParaRPr>
          </a:p>
        </p:txBody>
      </p:sp>
      <p:sp>
        <p:nvSpPr>
          <p:cNvPr id="153" name="Google Shape;153;p2"/>
          <p:cNvSpPr txBox="1"/>
          <p:nvPr/>
        </p:nvSpPr>
        <p:spPr>
          <a:xfrm>
            <a:off x="11490960" y="6427708"/>
            <a:ext cx="4058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rgbClr val="FFF7FF"/>
                </a:solidFill>
                <a:latin typeface="Arial"/>
                <a:ea typeface="Arial"/>
                <a:cs typeface="Arial"/>
                <a:sym typeface="Arial"/>
              </a:rPr>
              <a:t>01</a:t>
            </a:r>
            <a:endParaRPr sz="1800">
              <a:solidFill>
                <a:srgbClr val="FFF7FF"/>
              </a:solidFill>
              <a:latin typeface="Arial"/>
              <a:ea typeface="Arial"/>
              <a:cs typeface="Arial"/>
              <a:sym typeface="Arial"/>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151"/>
                                        </p:tgtEl>
                                        <p:attrNameLst>
                                          <p:attrName>style.visibility</p:attrName>
                                        </p:attrNameLst>
                                      </p:cBhvr>
                                      <p:to>
                                        <p:strVal val="visible"/>
                                      </p:to>
                                    </p:set>
                                    <p:anim calcmode="lin" valueType="num">
                                      <p:cBhvr additive="base">
                                        <p:cTn dur="500"/>
                                        <p:tgtEl>
                                          <p:spTgt spid="151"/>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animEffect filter="fade" transition="in">
                                      <p:cBhvr>
                                        <p:cTn dur="500"/>
                                        <p:tgtEl>
                                          <p:spTgt spid="15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62626"/>
              </a:buClr>
              <a:buSzPts val="5400"/>
              <a:buFont typeface="Arial"/>
              <a:buNone/>
            </a:pPr>
            <a:r>
              <a:rPr lang="en-IN" sz="5400">
                <a:solidFill>
                  <a:srgbClr val="D8D8D8"/>
                </a:solidFill>
                <a:latin typeface="Arial"/>
                <a:ea typeface="Arial"/>
                <a:cs typeface="Arial"/>
                <a:sym typeface="Arial"/>
              </a:rPr>
              <a:t>Analysis</a:t>
            </a:r>
            <a:endParaRPr>
              <a:solidFill>
                <a:srgbClr val="D8D8D8"/>
              </a:solidFill>
            </a:endParaRPr>
          </a:p>
        </p:txBody>
      </p:sp>
      <p:sp>
        <p:nvSpPr>
          <p:cNvPr id="159" name="Google Shape;159;p3"/>
          <p:cNvSpPr txBox="1"/>
          <p:nvPr>
            <p:ph idx="1" type="body"/>
          </p:nvPr>
        </p:nvSpPr>
        <p:spPr>
          <a:xfrm>
            <a:off x="1097280" y="2108201"/>
            <a:ext cx="10058400" cy="3760891"/>
          </a:xfrm>
          <a:prstGeom prst="rect">
            <a:avLst/>
          </a:prstGeom>
          <a:noFill/>
          <a:ln>
            <a:noFill/>
          </a:ln>
        </p:spPr>
        <p:txBody>
          <a:bodyPr anchorCtr="0" anchor="t" bIns="45700" lIns="0" spcFirstLastPara="1" rIns="0" wrap="square" tIns="45700">
            <a:normAutofit/>
          </a:bodyPr>
          <a:lstStyle/>
          <a:p>
            <a:pPr indent="-127000" lvl="0" marL="91440" rtl="0" algn="l">
              <a:lnSpc>
                <a:spcPct val="110000"/>
              </a:lnSpc>
              <a:spcBef>
                <a:spcPts val="0"/>
              </a:spcBef>
              <a:spcAft>
                <a:spcPts val="0"/>
              </a:spcAft>
              <a:buSzPts val="2000"/>
              <a:buChar char="●"/>
            </a:pPr>
            <a:r>
              <a:rPr lang="en-IN" sz="2000">
                <a:latin typeface="Baumans"/>
                <a:ea typeface="Baumans"/>
                <a:cs typeface="Baumans"/>
                <a:sym typeface="Baumans"/>
              </a:rPr>
              <a:t>This analysis leverages the Cars database to deliver actionable insights on market preferences, pricing dynamics, and performance trends. It identifies the most popular and highest-rated models, segments the market by price range, and compares fuel and transmission preferences. Technical metrics highlight top-performing engines, efficiency patterns, and body type–specific specifications, while opportunity mapping reveals value-for-money models, premium performance offerings, and high-torque off-road options. These insights provide a clear foundation for strategic product positioning, targeted marketing, and informed portfolio planning.</a:t>
            </a:r>
            <a:endParaRPr/>
          </a:p>
          <a:p>
            <a:pPr indent="0" lvl="0" marL="91440" rtl="0" algn="l">
              <a:lnSpc>
                <a:spcPct val="110000"/>
              </a:lnSpc>
              <a:spcBef>
                <a:spcPts val="1400"/>
              </a:spcBef>
              <a:spcAft>
                <a:spcPts val="0"/>
              </a:spcAft>
              <a:buSzPts val="2000"/>
              <a:buNone/>
            </a:pPr>
            <a:r>
              <a:t/>
            </a:r>
            <a:endParaRPr sz="2000">
              <a:latin typeface="Baumans"/>
              <a:ea typeface="Baumans"/>
              <a:cs typeface="Baumans"/>
              <a:sym typeface="Baumans"/>
            </a:endParaRPr>
          </a:p>
        </p:txBody>
      </p:sp>
      <p:sp>
        <p:nvSpPr>
          <p:cNvPr id="160" name="Google Shape;160;p3"/>
          <p:cNvSpPr txBox="1"/>
          <p:nvPr/>
        </p:nvSpPr>
        <p:spPr>
          <a:xfrm>
            <a:off x="11391341" y="6444799"/>
            <a:ext cx="4828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Arial"/>
                <a:ea typeface="Arial"/>
                <a:cs typeface="Arial"/>
                <a:sym typeface="Arial"/>
              </a:rPr>
              <a:t>02</a:t>
            </a:r>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158"/>
                                        </p:tgtEl>
                                        <p:attrNameLst>
                                          <p:attrName>style.visibility</p:attrName>
                                        </p:attrNameLst>
                                      </p:cBhvr>
                                      <p:to>
                                        <p:strVal val="visible"/>
                                      </p:to>
                                    </p:set>
                                    <p:anim calcmode="lin" valueType="num">
                                      <p:cBhvr additive="base">
                                        <p:cTn dur="500"/>
                                        <p:tgtEl>
                                          <p:spTgt spid="158"/>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9">
                                            <p:txEl>
                                              <p:pRg end="0" st="0"/>
                                            </p:txEl>
                                          </p:spTgt>
                                        </p:tgtEl>
                                        <p:attrNameLst>
                                          <p:attrName>style.visibility</p:attrName>
                                        </p:attrNameLst>
                                      </p:cBhvr>
                                      <p:to>
                                        <p:strVal val="visible"/>
                                      </p:to>
                                    </p:set>
                                    <p:animEffect filter="fade" transition="in">
                                      <p:cBhvr>
                                        <p:cTn dur="500"/>
                                        <p:tgtEl>
                                          <p:spTgt spid="159">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9">
                                            <p:txEl>
                                              <p:pRg end="1" st="1"/>
                                            </p:txEl>
                                          </p:spTgt>
                                        </p:tgtEl>
                                        <p:attrNameLst>
                                          <p:attrName>style.visibility</p:attrName>
                                        </p:attrNameLst>
                                      </p:cBhvr>
                                      <p:to>
                                        <p:strVal val="visible"/>
                                      </p:to>
                                    </p:set>
                                    <p:animEffect filter="fade" transition="in">
                                      <p:cBhvr>
                                        <p:cTn dur="500"/>
                                        <p:tgtEl>
                                          <p:spTgt spid="159">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C0C0C"/>
              </a:buClr>
              <a:buSzPts val="4700"/>
              <a:buFont typeface="Arial"/>
              <a:buNone/>
            </a:pPr>
            <a:r>
              <a:rPr lang="en-IN">
                <a:latin typeface="Arial"/>
                <a:ea typeface="Arial"/>
                <a:cs typeface="Arial"/>
                <a:sym typeface="Arial"/>
              </a:rPr>
              <a:t>What Is Sql </a:t>
            </a:r>
            <a:endParaRPr>
              <a:latin typeface="Arial"/>
              <a:ea typeface="Arial"/>
              <a:cs typeface="Arial"/>
              <a:sym typeface="Arial"/>
            </a:endParaRPr>
          </a:p>
        </p:txBody>
      </p:sp>
      <p:sp>
        <p:nvSpPr>
          <p:cNvPr id="167" name="Google Shape;167;p4"/>
          <p:cNvSpPr txBox="1"/>
          <p:nvPr>
            <p:ph idx="1" type="body"/>
          </p:nvPr>
        </p:nvSpPr>
        <p:spPr>
          <a:xfrm>
            <a:off x="1097280" y="2185371"/>
            <a:ext cx="10374900" cy="16317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000"/>
              <a:buFont typeface="Baumans"/>
              <a:buNone/>
            </a:pPr>
            <a:r>
              <a:rPr b="0" i="0" lang="en-IN" sz="2000" u="none" cap="none" strike="noStrike">
                <a:latin typeface="Baumans"/>
                <a:ea typeface="Baumans"/>
                <a:cs typeface="Baumans"/>
                <a:sym typeface="Baumans"/>
              </a:rPr>
              <a:t>SQL (Structured Query Language) is used to manage and manipulate relational databases.</a:t>
            </a:r>
            <a:br>
              <a:rPr b="0" i="0" lang="en-IN" sz="2000" u="none" cap="none" strike="noStrike">
                <a:latin typeface="Baumans"/>
                <a:ea typeface="Baumans"/>
                <a:cs typeface="Baumans"/>
                <a:sym typeface="Baumans"/>
              </a:rPr>
            </a:br>
            <a:r>
              <a:rPr b="0" i="0" lang="en-IN" sz="2000" u="none" cap="none" strike="noStrike">
                <a:latin typeface="Baumans"/>
                <a:ea typeface="Baumans"/>
                <a:cs typeface="Baumans"/>
                <a:sym typeface="Baumans"/>
              </a:rPr>
              <a:t>It lets you create, read, update, and delete data (CRUD operations).</a:t>
            </a:r>
            <a:br>
              <a:rPr b="0" i="0" lang="en-IN" sz="2000" u="none" cap="none" strike="noStrike">
                <a:latin typeface="Baumans"/>
                <a:ea typeface="Baumans"/>
                <a:cs typeface="Baumans"/>
                <a:sym typeface="Baumans"/>
              </a:rPr>
            </a:br>
            <a:r>
              <a:rPr b="0" i="0" lang="en-IN" sz="2000" u="none" cap="none" strike="noStrike">
                <a:latin typeface="Baumans"/>
                <a:ea typeface="Baumans"/>
                <a:cs typeface="Baumans"/>
                <a:sym typeface="Baumans"/>
              </a:rPr>
              <a:t>Core commands include SELECT, INSERT, UPDATE, DELETE, and CREATE.</a:t>
            </a:r>
            <a:br>
              <a:rPr b="0" i="0" lang="en-IN" sz="2000" u="none" cap="none" strike="noStrike">
                <a:latin typeface="Baumans"/>
                <a:ea typeface="Baumans"/>
                <a:cs typeface="Baumans"/>
                <a:sym typeface="Baumans"/>
              </a:rPr>
            </a:br>
            <a:r>
              <a:rPr b="0" i="0" lang="en-IN" sz="2000" u="none" cap="none" strike="noStrike">
                <a:latin typeface="Baumans"/>
                <a:ea typeface="Baumans"/>
                <a:cs typeface="Baumans"/>
                <a:sym typeface="Baumans"/>
              </a:rPr>
              <a:t>You can filter results with WHERE and join multiple tables using JOIN.</a:t>
            </a:r>
            <a:br>
              <a:rPr b="0" i="0" lang="en-IN" sz="2000" u="none" cap="none" strike="noStrike">
                <a:latin typeface="Baumans"/>
                <a:ea typeface="Baumans"/>
                <a:cs typeface="Baumans"/>
                <a:sym typeface="Baumans"/>
              </a:rPr>
            </a:br>
            <a:r>
              <a:rPr b="0" i="0" lang="en-IN" sz="2000" u="none" cap="none" strike="noStrike">
                <a:latin typeface="Baumans"/>
                <a:ea typeface="Baumans"/>
                <a:cs typeface="Baumans"/>
                <a:sym typeface="Baumans"/>
              </a:rPr>
              <a:t>It’s widely used in data analysis, application backends, and reporting. </a:t>
            </a:r>
            <a:endParaRPr/>
          </a:p>
        </p:txBody>
      </p:sp>
      <p:pic>
        <p:nvPicPr>
          <p:cNvPr id="168" name="Google Shape;168;p4"/>
          <p:cNvPicPr preferRelativeResize="0"/>
          <p:nvPr/>
        </p:nvPicPr>
        <p:blipFill rotWithShape="1">
          <a:blip r:embed="rId3">
            <a:alphaModFix/>
          </a:blip>
          <a:srcRect b="0" l="0" r="0" t="0"/>
          <a:stretch/>
        </p:blipFill>
        <p:spPr>
          <a:xfrm>
            <a:off x="1636776" y="4099606"/>
            <a:ext cx="3650269" cy="2053276"/>
          </a:xfrm>
          <a:prstGeom prst="rect">
            <a:avLst/>
          </a:prstGeom>
          <a:noFill/>
          <a:ln>
            <a:noFill/>
          </a:ln>
        </p:spPr>
      </p:pic>
      <p:pic>
        <p:nvPicPr>
          <p:cNvPr id="169" name="Google Shape;169;p4"/>
          <p:cNvPicPr preferRelativeResize="0"/>
          <p:nvPr/>
        </p:nvPicPr>
        <p:blipFill rotWithShape="1">
          <a:blip r:embed="rId4">
            <a:alphaModFix amt="85000"/>
          </a:blip>
          <a:srcRect b="0" l="0" r="0" t="0"/>
          <a:stretch/>
        </p:blipFill>
        <p:spPr>
          <a:xfrm>
            <a:off x="7599358" y="4090463"/>
            <a:ext cx="1962018" cy="2053275"/>
          </a:xfrm>
          <a:prstGeom prst="rect">
            <a:avLst/>
          </a:prstGeom>
          <a:noFill/>
          <a:ln>
            <a:noFill/>
          </a:ln>
        </p:spPr>
      </p:pic>
      <p:sp>
        <p:nvSpPr>
          <p:cNvPr id="170" name="Google Shape;170;p4"/>
          <p:cNvSpPr txBox="1"/>
          <p:nvPr/>
        </p:nvSpPr>
        <p:spPr>
          <a:xfrm>
            <a:off x="11320018" y="6442948"/>
            <a:ext cx="48603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Arial"/>
                <a:ea typeface="Arial"/>
                <a:cs typeface="Arial"/>
                <a:sym typeface="Arial"/>
              </a:rPr>
              <a:t>03</a:t>
            </a:r>
            <a:endParaRPr sz="1800">
              <a:solidFill>
                <a:schemeClr val="lt1"/>
              </a:solidFill>
              <a:latin typeface="Arial"/>
              <a:ea typeface="Arial"/>
              <a:cs typeface="Arial"/>
              <a:sym typeface="Arial"/>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166"/>
                                        </p:tgtEl>
                                        <p:attrNameLst>
                                          <p:attrName>style.visibility</p:attrName>
                                        </p:attrNameLst>
                                      </p:cBhvr>
                                      <p:to>
                                        <p:strVal val="visible"/>
                                      </p:to>
                                    </p:set>
                                    <p:anim calcmode="lin" valueType="num">
                                      <p:cBhvr additive="base">
                                        <p:cTn dur="500"/>
                                        <p:tgtEl>
                                          <p:spTgt spid="166"/>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7">
                                            <p:txEl>
                                              <p:pRg end="0" st="0"/>
                                            </p:txEl>
                                          </p:spTgt>
                                        </p:tgtEl>
                                        <p:attrNameLst>
                                          <p:attrName>style.visibility</p:attrName>
                                        </p:attrNameLst>
                                      </p:cBhvr>
                                      <p:to>
                                        <p:strVal val="visible"/>
                                      </p:to>
                                    </p:set>
                                    <p:animEffect filter="fade" transition="in">
                                      <p:cBhvr>
                                        <p:cTn dur="500"/>
                                        <p:tgtEl>
                                          <p:spTgt spid="167">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500"/>
                                        <p:tgtEl>
                                          <p:spTgt spid="16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2000"/>
                                        <p:tgtEl>
                                          <p:spTgt spid="1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C0C0C"/>
              </a:buClr>
              <a:buSzPts val="4700"/>
              <a:buFont typeface="Arial"/>
              <a:buNone/>
            </a:pPr>
            <a:r>
              <a:rPr lang="en-IN">
                <a:latin typeface="Arial"/>
                <a:ea typeface="Arial"/>
                <a:cs typeface="Arial"/>
                <a:sym typeface="Arial"/>
              </a:rPr>
              <a:t>SQL commands are generally grouped into five main categories</a:t>
            </a:r>
            <a:endParaRPr>
              <a:latin typeface="Arial"/>
              <a:ea typeface="Arial"/>
              <a:cs typeface="Arial"/>
              <a:sym typeface="Arial"/>
            </a:endParaRPr>
          </a:p>
        </p:txBody>
      </p:sp>
      <p:sp>
        <p:nvSpPr>
          <p:cNvPr id="176" name="Google Shape;176;p5"/>
          <p:cNvSpPr txBox="1"/>
          <p:nvPr>
            <p:ph idx="1" type="body"/>
          </p:nvPr>
        </p:nvSpPr>
        <p:spPr>
          <a:xfrm>
            <a:off x="1097280" y="2013482"/>
            <a:ext cx="7041300" cy="4109700"/>
          </a:xfrm>
          <a:prstGeom prst="rect">
            <a:avLst/>
          </a:prstGeom>
          <a:noFill/>
          <a:ln>
            <a:noFill/>
          </a:ln>
        </p:spPr>
        <p:txBody>
          <a:bodyPr anchorCtr="0" anchor="ctr"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1800"/>
              <a:buNone/>
            </a:pPr>
            <a:r>
              <a:rPr b="1" i="0" lang="en-IN" sz="1800" u="none" cap="none" strike="noStrike">
                <a:solidFill>
                  <a:srgbClr val="FFD338"/>
                </a:solidFill>
                <a:latin typeface="Baumans"/>
                <a:ea typeface="Baumans"/>
                <a:cs typeface="Baumans"/>
                <a:sym typeface="Baumans"/>
              </a:rPr>
              <a:t>1. DDL (Data Definition Language)</a:t>
            </a:r>
            <a:r>
              <a:rPr b="0" i="0" lang="en-IN" sz="1800" u="none" cap="none" strike="noStrike">
                <a:solidFill>
                  <a:srgbClr val="FFD338"/>
                </a:solidFill>
                <a:latin typeface="Baumans"/>
                <a:ea typeface="Baumans"/>
                <a:cs typeface="Baumans"/>
                <a:sym typeface="Baumans"/>
              </a:rPr>
              <a:t> – defines database structure:</a:t>
            </a:r>
            <a:endParaRPr>
              <a:solidFill>
                <a:srgbClr val="FFD338"/>
              </a:solidFill>
            </a:endParaRPr>
          </a:p>
          <a:p>
            <a:pPr indent="0" lvl="0" marL="0" marR="0" rtl="0" algn="just">
              <a:lnSpc>
                <a:spcPct val="150000"/>
              </a:lnSpc>
              <a:spcBef>
                <a:spcPts val="0"/>
              </a:spcBef>
              <a:spcAft>
                <a:spcPts val="0"/>
              </a:spcAft>
              <a:buClr>
                <a:schemeClr val="dk1"/>
              </a:buClr>
              <a:buSzPts val="1800"/>
              <a:buNone/>
            </a:pPr>
            <a:r>
              <a:rPr b="0" i="0" lang="en-IN" sz="1800" u="none" cap="none" strike="noStrike">
                <a:solidFill>
                  <a:srgbClr val="FFD338"/>
                </a:solidFill>
                <a:latin typeface="Baumans"/>
                <a:ea typeface="Baumans"/>
                <a:cs typeface="Baumans"/>
                <a:sym typeface="Baumans"/>
              </a:rPr>
              <a:t>CREATE, ALTER, DROP, TRUNCATE, RENAME</a:t>
            </a:r>
            <a:endParaRPr>
              <a:solidFill>
                <a:srgbClr val="FFD338"/>
              </a:solidFill>
            </a:endParaRPr>
          </a:p>
          <a:p>
            <a:pPr indent="0" lvl="0" marL="0" marR="0" rtl="0" algn="just">
              <a:lnSpc>
                <a:spcPct val="150000"/>
              </a:lnSpc>
              <a:spcBef>
                <a:spcPts val="0"/>
              </a:spcBef>
              <a:spcAft>
                <a:spcPts val="0"/>
              </a:spcAft>
              <a:buClr>
                <a:schemeClr val="dk1"/>
              </a:buClr>
              <a:buSzPts val="1800"/>
              <a:buNone/>
            </a:pPr>
            <a:r>
              <a:rPr b="1" i="0" lang="en-IN" sz="1800" u="none" cap="none" strike="noStrike">
                <a:solidFill>
                  <a:srgbClr val="FFD338"/>
                </a:solidFill>
                <a:latin typeface="Baumans"/>
                <a:ea typeface="Baumans"/>
                <a:cs typeface="Baumans"/>
                <a:sym typeface="Baumans"/>
              </a:rPr>
              <a:t>2.  DML (Data Manipulation Language)</a:t>
            </a:r>
            <a:r>
              <a:rPr b="0" i="0" lang="en-IN" sz="1800" u="none" cap="none" strike="noStrike">
                <a:solidFill>
                  <a:srgbClr val="FFD338"/>
                </a:solidFill>
                <a:latin typeface="Baumans"/>
                <a:ea typeface="Baumans"/>
                <a:cs typeface="Baumans"/>
                <a:sym typeface="Baumans"/>
              </a:rPr>
              <a:t> – manages data in tables:</a:t>
            </a:r>
            <a:endParaRPr>
              <a:solidFill>
                <a:srgbClr val="FFD338"/>
              </a:solidFill>
            </a:endParaRPr>
          </a:p>
          <a:p>
            <a:pPr indent="0" lvl="0" marL="0" marR="0" rtl="0" algn="just">
              <a:lnSpc>
                <a:spcPct val="150000"/>
              </a:lnSpc>
              <a:spcBef>
                <a:spcPts val="0"/>
              </a:spcBef>
              <a:spcAft>
                <a:spcPts val="0"/>
              </a:spcAft>
              <a:buClr>
                <a:schemeClr val="dk1"/>
              </a:buClr>
              <a:buSzPts val="1800"/>
              <a:buNone/>
            </a:pPr>
            <a:r>
              <a:rPr b="0" i="0" lang="en-IN" sz="1800" u="none" cap="none" strike="noStrike">
                <a:solidFill>
                  <a:srgbClr val="FFD338"/>
                </a:solidFill>
                <a:latin typeface="Baumans"/>
                <a:ea typeface="Baumans"/>
                <a:cs typeface="Baumans"/>
                <a:sym typeface="Baumans"/>
              </a:rPr>
              <a:t>SELECT, INSERT, UPDATE, DELETE</a:t>
            </a:r>
            <a:endParaRPr>
              <a:solidFill>
                <a:srgbClr val="FFD338"/>
              </a:solidFill>
            </a:endParaRPr>
          </a:p>
          <a:p>
            <a:pPr indent="0" lvl="0" marL="0" marR="0" rtl="0" algn="just">
              <a:lnSpc>
                <a:spcPct val="150000"/>
              </a:lnSpc>
              <a:spcBef>
                <a:spcPts val="0"/>
              </a:spcBef>
              <a:spcAft>
                <a:spcPts val="0"/>
              </a:spcAft>
              <a:buClr>
                <a:schemeClr val="dk1"/>
              </a:buClr>
              <a:buSzPts val="1800"/>
              <a:buNone/>
            </a:pPr>
            <a:r>
              <a:rPr b="1" i="0" lang="en-IN" sz="1800" u="none" cap="none" strike="noStrike">
                <a:solidFill>
                  <a:srgbClr val="FFD338"/>
                </a:solidFill>
                <a:latin typeface="Baumans"/>
                <a:ea typeface="Baumans"/>
                <a:cs typeface="Baumans"/>
                <a:sym typeface="Baumans"/>
              </a:rPr>
              <a:t>3.  DCL (Data Control Language)</a:t>
            </a:r>
            <a:r>
              <a:rPr b="0" i="0" lang="en-IN" sz="1800" u="none" cap="none" strike="noStrike">
                <a:solidFill>
                  <a:srgbClr val="FFD338"/>
                </a:solidFill>
                <a:latin typeface="Baumans"/>
                <a:ea typeface="Baumans"/>
                <a:cs typeface="Baumans"/>
                <a:sym typeface="Baumans"/>
              </a:rPr>
              <a:t> – controls access permissions:</a:t>
            </a:r>
            <a:endParaRPr>
              <a:solidFill>
                <a:srgbClr val="FFD338"/>
              </a:solidFill>
            </a:endParaRPr>
          </a:p>
          <a:p>
            <a:pPr indent="0" lvl="0" marL="0" marR="0" rtl="0" algn="just">
              <a:lnSpc>
                <a:spcPct val="150000"/>
              </a:lnSpc>
              <a:spcBef>
                <a:spcPts val="0"/>
              </a:spcBef>
              <a:spcAft>
                <a:spcPts val="0"/>
              </a:spcAft>
              <a:buClr>
                <a:schemeClr val="dk1"/>
              </a:buClr>
              <a:buSzPts val="1800"/>
              <a:buNone/>
            </a:pPr>
            <a:r>
              <a:rPr b="0" i="0" lang="en-IN" sz="1800" u="none" cap="none" strike="noStrike">
                <a:solidFill>
                  <a:srgbClr val="FFD338"/>
                </a:solidFill>
                <a:latin typeface="Baumans"/>
                <a:ea typeface="Baumans"/>
                <a:cs typeface="Baumans"/>
                <a:sym typeface="Baumans"/>
              </a:rPr>
              <a:t>GRANT, REVOKE</a:t>
            </a:r>
            <a:endParaRPr>
              <a:solidFill>
                <a:srgbClr val="FFD338"/>
              </a:solidFill>
            </a:endParaRPr>
          </a:p>
          <a:p>
            <a:pPr indent="0" lvl="0" marL="0" marR="0" rtl="0" algn="just">
              <a:lnSpc>
                <a:spcPct val="150000"/>
              </a:lnSpc>
              <a:spcBef>
                <a:spcPts val="0"/>
              </a:spcBef>
              <a:spcAft>
                <a:spcPts val="0"/>
              </a:spcAft>
              <a:buClr>
                <a:schemeClr val="dk1"/>
              </a:buClr>
              <a:buSzPts val="1800"/>
              <a:buNone/>
            </a:pPr>
            <a:r>
              <a:rPr b="1" i="0" lang="en-IN" sz="1800" u="none" cap="none" strike="noStrike">
                <a:solidFill>
                  <a:srgbClr val="FFD338"/>
                </a:solidFill>
                <a:latin typeface="Baumans"/>
                <a:ea typeface="Baumans"/>
                <a:cs typeface="Baumans"/>
                <a:sym typeface="Baumans"/>
              </a:rPr>
              <a:t>4.  TCL (Transaction Control Language)</a:t>
            </a:r>
            <a:r>
              <a:rPr b="0" i="0" lang="en-IN" sz="1800" u="none" cap="none" strike="noStrike">
                <a:solidFill>
                  <a:srgbClr val="FFD338"/>
                </a:solidFill>
                <a:latin typeface="Baumans"/>
                <a:ea typeface="Baumans"/>
                <a:cs typeface="Baumans"/>
                <a:sym typeface="Baumans"/>
              </a:rPr>
              <a:t> – manages transactions:</a:t>
            </a:r>
            <a:endParaRPr>
              <a:solidFill>
                <a:srgbClr val="FFD338"/>
              </a:solidFill>
            </a:endParaRPr>
          </a:p>
          <a:p>
            <a:pPr indent="0" lvl="0" marL="0" marR="0" rtl="0" algn="just">
              <a:lnSpc>
                <a:spcPct val="150000"/>
              </a:lnSpc>
              <a:spcBef>
                <a:spcPts val="0"/>
              </a:spcBef>
              <a:spcAft>
                <a:spcPts val="0"/>
              </a:spcAft>
              <a:buClr>
                <a:schemeClr val="dk1"/>
              </a:buClr>
              <a:buSzPts val="1800"/>
              <a:buNone/>
            </a:pPr>
            <a:r>
              <a:rPr b="0" i="0" lang="en-IN" sz="1800" u="none" cap="none" strike="noStrike">
                <a:solidFill>
                  <a:srgbClr val="FFD338"/>
                </a:solidFill>
                <a:latin typeface="Baumans"/>
                <a:ea typeface="Baumans"/>
                <a:cs typeface="Baumans"/>
                <a:sym typeface="Baumans"/>
              </a:rPr>
              <a:t>COMMIT, ROLLBACK, SAVEPOINT, SET TRANSACTION</a:t>
            </a:r>
            <a:endParaRPr>
              <a:solidFill>
                <a:srgbClr val="FFD338"/>
              </a:solidFill>
            </a:endParaRPr>
          </a:p>
          <a:p>
            <a:pPr indent="0" lvl="0" marL="0" marR="0" rtl="0" algn="just">
              <a:lnSpc>
                <a:spcPct val="150000"/>
              </a:lnSpc>
              <a:spcBef>
                <a:spcPts val="0"/>
              </a:spcBef>
              <a:spcAft>
                <a:spcPts val="0"/>
              </a:spcAft>
              <a:buClr>
                <a:schemeClr val="dk1"/>
              </a:buClr>
              <a:buSzPts val="1800"/>
              <a:buNone/>
            </a:pPr>
            <a:r>
              <a:rPr b="1" i="0" lang="en-IN" sz="1800" u="none" cap="none" strike="noStrike">
                <a:solidFill>
                  <a:srgbClr val="FFD338"/>
                </a:solidFill>
                <a:latin typeface="Baumans"/>
                <a:ea typeface="Baumans"/>
                <a:cs typeface="Baumans"/>
                <a:sym typeface="Baumans"/>
              </a:rPr>
              <a:t>5.  DQL (Data Query Language)</a:t>
            </a:r>
            <a:r>
              <a:rPr b="0" i="0" lang="en-IN" sz="1800" u="none" cap="none" strike="noStrike">
                <a:solidFill>
                  <a:srgbClr val="FFD338"/>
                </a:solidFill>
                <a:latin typeface="Baumans"/>
                <a:ea typeface="Baumans"/>
                <a:cs typeface="Baumans"/>
                <a:sym typeface="Baumans"/>
              </a:rPr>
              <a:t> – queries data:</a:t>
            </a:r>
            <a:endParaRPr>
              <a:solidFill>
                <a:srgbClr val="FFD338"/>
              </a:solidFill>
            </a:endParaRPr>
          </a:p>
          <a:p>
            <a:pPr indent="0" lvl="0" marL="0" marR="0" rtl="0" algn="just">
              <a:lnSpc>
                <a:spcPct val="150000"/>
              </a:lnSpc>
              <a:spcBef>
                <a:spcPts val="0"/>
              </a:spcBef>
              <a:spcAft>
                <a:spcPts val="0"/>
              </a:spcAft>
              <a:buClr>
                <a:schemeClr val="dk1"/>
              </a:buClr>
              <a:buSzPts val="1800"/>
              <a:buNone/>
            </a:pPr>
            <a:r>
              <a:rPr b="0" i="0" lang="en-IN" sz="1800" u="none" cap="none" strike="noStrike">
                <a:solidFill>
                  <a:srgbClr val="FFD338"/>
                </a:solidFill>
                <a:latin typeface="Baumans"/>
                <a:ea typeface="Baumans"/>
                <a:cs typeface="Baumans"/>
                <a:sym typeface="Baumans"/>
              </a:rPr>
              <a:t>SELECT (sometimes separated from DML)</a:t>
            </a:r>
            <a:endParaRPr>
              <a:solidFill>
                <a:srgbClr val="FFD338"/>
              </a:solidFill>
            </a:endParaRPr>
          </a:p>
        </p:txBody>
      </p:sp>
      <p:pic>
        <p:nvPicPr>
          <p:cNvPr descr="Generated image" id="177" name="Google Shape;177;p5"/>
          <p:cNvPicPr preferRelativeResize="0"/>
          <p:nvPr/>
        </p:nvPicPr>
        <p:blipFill rotWithShape="1">
          <a:blip r:embed="rId3">
            <a:alphaModFix amt="70000"/>
          </a:blip>
          <a:srcRect b="0" l="0" r="0" t="0"/>
          <a:stretch/>
        </p:blipFill>
        <p:spPr>
          <a:xfrm>
            <a:off x="8358077" y="2040915"/>
            <a:ext cx="2797603" cy="4196405"/>
          </a:xfrm>
          <a:prstGeom prst="rect">
            <a:avLst/>
          </a:prstGeom>
          <a:noFill/>
          <a:ln>
            <a:noFill/>
          </a:ln>
        </p:spPr>
      </p:pic>
      <p:sp>
        <p:nvSpPr>
          <p:cNvPr id="178" name="Google Shape;178;p5"/>
          <p:cNvSpPr txBox="1"/>
          <p:nvPr/>
        </p:nvSpPr>
        <p:spPr>
          <a:xfrm>
            <a:off x="11265408" y="6437376"/>
            <a:ext cx="4892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Arial"/>
                <a:ea typeface="Arial"/>
                <a:cs typeface="Arial"/>
                <a:sym typeface="Arial"/>
              </a:rPr>
              <a:t>04</a:t>
            </a:r>
            <a:endParaRPr sz="1800">
              <a:solidFill>
                <a:schemeClr val="lt1"/>
              </a:solidFill>
              <a:latin typeface="Arial"/>
              <a:ea typeface="Arial"/>
              <a:cs typeface="Arial"/>
              <a:sym typeface="Arial"/>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175"/>
                                        </p:tgtEl>
                                        <p:attrNameLst>
                                          <p:attrName>style.visibility</p:attrName>
                                        </p:attrNameLst>
                                      </p:cBhvr>
                                      <p:to>
                                        <p:strVal val="visible"/>
                                      </p:to>
                                    </p:set>
                                    <p:anim calcmode="lin" valueType="num">
                                      <p:cBhvr additive="base">
                                        <p:cTn dur="500"/>
                                        <p:tgtEl>
                                          <p:spTgt spid="175"/>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76">
                                            <p:txEl>
                                              <p:pRg end="0" st="0"/>
                                            </p:txEl>
                                          </p:spTgt>
                                        </p:tgtEl>
                                        <p:attrNameLst>
                                          <p:attrName>style.visibility</p:attrName>
                                        </p:attrNameLst>
                                      </p:cBhvr>
                                      <p:to>
                                        <p:strVal val="visible"/>
                                      </p:to>
                                    </p:set>
                                    <p:animEffect filter="fade" transition="in">
                                      <p:cBhvr>
                                        <p:cTn dur="500"/>
                                        <p:tgtEl>
                                          <p:spTgt spid="176">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6">
                                            <p:txEl>
                                              <p:pRg end="1" st="1"/>
                                            </p:txEl>
                                          </p:spTgt>
                                        </p:tgtEl>
                                        <p:attrNameLst>
                                          <p:attrName>style.visibility</p:attrName>
                                        </p:attrNameLst>
                                      </p:cBhvr>
                                      <p:to>
                                        <p:strVal val="visible"/>
                                      </p:to>
                                    </p:set>
                                    <p:animEffect filter="fade" transition="in">
                                      <p:cBhvr>
                                        <p:cTn dur="500"/>
                                        <p:tgtEl>
                                          <p:spTgt spid="176">
                                            <p:txEl>
                                              <p:pRg end="1" st="1"/>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76">
                                            <p:txEl>
                                              <p:pRg end="2" st="2"/>
                                            </p:txEl>
                                          </p:spTgt>
                                        </p:tgtEl>
                                        <p:attrNameLst>
                                          <p:attrName>style.visibility</p:attrName>
                                        </p:attrNameLst>
                                      </p:cBhvr>
                                      <p:to>
                                        <p:strVal val="visible"/>
                                      </p:to>
                                    </p:set>
                                    <p:animEffect filter="fade" transition="in">
                                      <p:cBhvr>
                                        <p:cTn dur="500"/>
                                        <p:tgtEl>
                                          <p:spTgt spid="176">
                                            <p:txEl>
                                              <p:pRg end="2" st="2"/>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76">
                                            <p:txEl>
                                              <p:pRg end="3" st="3"/>
                                            </p:txEl>
                                          </p:spTgt>
                                        </p:tgtEl>
                                        <p:attrNameLst>
                                          <p:attrName>style.visibility</p:attrName>
                                        </p:attrNameLst>
                                      </p:cBhvr>
                                      <p:to>
                                        <p:strVal val="visible"/>
                                      </p:to>
                                    </p:set>
                                    <p:animEffect filter="fade" transition="in">
                                      <p:cBhvr>
                                        <p:cTn dur="500"/>
                                        <p:tgtEl>
                                          <p:spTgt spid="176">
                                            <p:txEl>
                                              <p:pRg end="3" st="3"/>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76">
                                            <p:txEl>
                                              <p:pRg end="4" st="4"/>
                                            </p:txEl>
                                          </p:spTgt>
                                        </p:tgtEl>
                                        <p:attrNameLst>
                                          <p:attrName>style.visibility</p:attrName>
                                        </p:attrNameLst>
                                      </p:cBhvr>
                                      <p:to>
                                        <p:strVal val="visible"/>
                                      </p:to>
                                    </p:set>
                                    <p:animEffect filter="fade" transition="in">
                                      <p:cBhvr>
                                        <p:cTn dur="500"/>
                                        <p:tgtEl>
                                          <p:spTgt spid="176">
                                            <p:txEl>
                                              <p:pRg end="4" st="4"/>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76">
                                            <p:txEl>
                                              <p:pRg end="5" st="5"/>
                                            </p:txEl>
                                          </p:spTgt>
                                        </p:tgtEl>
                                        <p:attrNameLst>
                                          <p:attrName>style.visibility</p:attrName>
                                        </p:attrNameLst>
                                      </p:cBhvr>
                                      <p:to>
                                        <p:strVal val="visible"/>
                                      </p:to>
                                    </p:set>
                                    <p:animEffect filter="fade" transition="in">
                                      <p:cBhvr>
                                        <p:cTn dur="500"/>
                                        <p:tgtEl>
                                          <p:spTgt spid="176">
                                            <p:txEl>
                                              <p:pRg end="5" st="5"/>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76">
                                            <p:txEl>
                                              <p:pRg end="6" st="6"/>
                                            </p:txEl>
                                          </p:spTgt>
                                        </p:tgtEl>
                                        <p:attrNameLst>
                                          <p:attrName>style.visibility</p:attrName>
                                        </p:attrNameLst>
                                      </p:cBhvr>
                                      <p:to>
                                        <p:strVal val="visible"/>
                                      </p:to>
                                    </p:set>
                                    <p:animEffect filter="fade" transition="in">
                                      <p:cBhvr>
                                        <p:cTn dur="500"/>
                                        <p:tgtEl>
                                          <p:spTgt spid="176">
                                            <p:txEl>
                                              <p:pRg end="6" st="6"/>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76">
                                            <p:txEl>
                                              <p:pRg end="7" st="7"/>
                                            </p:txEl>
                                          </p:spTgt>
                                        </p:tgtEl>
                                        <p:attrNameLst>
                                          <p:attrName>style.visibility</p:attrName>
                                        </p:attrNameLst>
                                      </p:cBhvr>
                                      <p:to>
                                        <p:strVal val="visible"/>
                                      </p:to>
                                    </p:set>
                                    <p:animEffect filter="fade" transition="in">
                                      <p:cBhvr>
                                        <p:cTn dur="500"/>
                                        <p:tgtEl>
                                          <p:spTgt spid="176">
                                            <p:txEl>
                                              <p:pRg end="7" st="7"/>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76">
                                            <p:txEl>
                                              <p:pRg end="8" st="8"/>
                                            </p:txEl>
                                          </p:spTgt>
                                        </p:tgtEl>
                                        <p:attrNameLst>
                                          <p:attrName>style.visibility</p:attrName>
                                        </p:attrNameLst>
                                      </p:cBhvr>
                                      <p:to>
                                        <p:strVal val="visible"/>
                                      </p:to>
                                    </p:set>
                                    <p:animEffect filter="fade" transition="in">
                                      <p:cBhvr>
                                        <p:cTn dur="500"/>
                                        <p:tgtEl>
                                          <p:spTgt spid="176">
                                            <p:txEl>
                                              <p:pRg end="8" st="8"/>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76">
                                            <p:txEl>
                                              <p:pRg end="9" st="9"/>
                                            </p:txEl>
                                          </p:spTgt>
                                        </p:tgtEl>
                                        <p:attrNameLst>
                                          <p:attrName>style.visibility</p:attrName>
                                        </p:attrNameLst>
                                      </p:cBhvr>
                                      <p:to>
                                        <p:strVal val="visible"/>
                                      </p:to>
                                    </p:set>
                                    <p:animEffect filter="fade" transition="in">
                                      <p:cBhvr>
                                        <p:cTn dur="500"/>
                                        <p:tgtEl>
                                          <p:spTgt spid="176">
                                            <p:txEl>
                                              <p:pRg end="9" st="9"/>
                                            </p:txEl>
                                          </p:spTgt>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500"/>
                                        <p:tgtEl>
                                          <p:spTgt spid="1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C0C0C"/>
              </a:buClr>
              <a:buSzPts val="4700"/>
              <a:buFont typeface="Arial"/>
              <a:buNone/>
            </a:pPr>
            <a:r>
              <a:rPr lang="en-IN">
                <a:latin typeface="Arial"/>
                <a:ea typeface="Arial"/>
                <a:cs typeface="Arial"/>
                <a:sym typeface="Arial"/>
              </a:rPr>
              <a:t>Analysis of Car Data base Entity–Relationship diagram</a:t>
            </a:r>
            <a:endParaRPr/>
          </a:p>
        </p:txBody>
      </p:sp>
      <p:pic>
        <p:nvPicPr>
          <p:cNvPr id="184" name="Google Shape;184;p6"/>
          <p:cNvPicPr preferRelativeResize="0"/>
          <p:nvPr>
            <p:ph idx="1" type="body"/>
          </p:nvPr>
        </p:nvPicPr>
        <p:blipFill rotWithShape="1">
          <a:blip r:embed="rId3">
            <a:alphaModFix/>
          </a:blip>
          <a:srcRect b="0" l="0" r="0" t="0"/>
          <a:stretch/>
        </p:blipFill>
        <p:spPr>
          <a:xfrm>
            <a:off x="7084070" y="2108200"/>
            <a:ext cx="4847114" cy="3737015"/>
          </a:xfrm>
          <a:prstGeom prst="rect">
            <a:avLst/>
          </a:prstGeom>
          <a:noFill/>
          <a:ln>
            <a:noFill/>
          </a:ln>
        </p:spPr>
      </p:pic>
      <p:sp>
        <p:nvSpPr>
          <p:cNvPr id="185" name="Google Shape;185;p6"/>
          <p:cNvSpPr txBox="1"/>
          <p:nvPr/>
        </p:nvSpPr>
        <p:spPr>
          <a:xfrm>
            <a:off x="782051" y="1875096"/>
            <a:ext cx="6672300" cy="4525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rgbClr val="FFFF00"/>
                </a:solidFill>
                <a:latin typeface="Baumans"/>
                <a:ea typeface="Baumans"/>
                <a:cs typeface="Baumans"/>
                <a:sym typeface="Baumans"/>
              </a:rPr>
              <a:t>Main table: cars — contains core details of each car (name, price, seating capacity, ratings, etc.).</a:t>
            </a:r>
            <a:endParaRPr>
              <a:solidFill>
                <a:srgbClr val="FFFF00"/>
              </a:solidFill>
            </a:endParaRPr>
          </a:p>
          <a:p>
            <a:pPr indent="0" lvl="0" marL="0" marR="0" rtl="0" algn="l">
              <a:spcBef>
                <a:spcPts val="0"/>
              </a:spcBef>
              <a:spcAft>
                <a:spcPts val="0"/>
              </a:spcAft>
              <a:buNone/>
            </a:pPr>
            <a:r>
              <a:rPr lang="en-IN" sz="1800">
                <a:solidFill>
                  <a:srgbClr val="FFFF00"/>
                </a:solidFill>
                <a:latin typeface="Baumans"/>
                <a:ea typeface="Baumans"/>
                <a:cs typeface="Baumans"/>
                <a:sym typeface="Baumans"/>
              </a:rPr>
              <a:t>Foreign keys in cars:</a:t>
            </a:r>
            <a:endParaRPr>
              <a:solidFill>
                <a:srgbClr val="FFFF00"/>
              </a:solidFill>
            </a:endParaRPr>
          </a:p>
          <a:p>
            <a:pPr indent="0" lvl="0" marL="0" marR="0" rtl="0" algn="l">
              <a:spcBef>
                <a:spcPts val="0"/>
              </a:spcBef>
              <a:spcAft>
                <a:spcPts val="0"/>
              </a:spcAft>
              <a:buNone/>
            </a:pPr>
            <a:r>
              <a:rPr lang="en-IN" sz="1800">
                <a:solidFill>
                  <a:srgbClr val="FFFF00"/>
                </a:solidFill>
                <a:latin typeface="Baumans"/>
                <a:ea typeface="Baumans"/>
                <a:cs typeface="Baumans"/>
                <a:sym typeface="Baumans"/>
              </a:rPr>
              <a:t>Fuel_type_id → fuel type table (maps to fuel type name).</a:t>
            </a:r>
            <a:endParaRPr>
              <a:solidFill>
                <a:srgbClr val="FFFF00"/>
              </a:solidFill>
            </a:endParaRPr>
          </a:p>
          <a:p>
            <a:pPr indent="0" lvl="0" marL="0" marR="0" rtl="0" algn="l">
              <a:spcBef>
                <a:spcPts val="0"/>
              </a:spcBef>
              <a:spcAft>
                <a:spcPts val="0"/>
              </a:spcAft>
              <a:buNone/>
            </a:pPr>
            <a:r>
              <a:rPr lang="en-IN" sz="1800">
                <a:solidFill>
                  <a:srgbClr val="FFFF00"/>
                </a:solidFill>
                <a:latin typeface="Baumans"/>
                <a:ea typeface="Baumans"/>
                <a:cs typeface="Baumans"/>
                <a:sym typeface="Baumans"/>
              </a:rPr>
              <a:t>Engine_id → engine table (stores engine specifications).</a:t>
            </a:r>
            <a:endParaRPr>
              <a:solidFill>
                <a:srgbClr val="FFFF00"/>
              </a:solidFill>
            </a:endParaRPr>
          </a:p>
          <a:p>
            <a:pPr indent="0" lvl="0" marL="0" marR="0" rtl="0" algn="l">
              <a:spcBef>
                <a:spcPts val="0"/>
              </a:spcBef>
              <a:spcAft>
                <a:spcPts val="0"/>
              </a:spcAft>
              <a:buNone/>
            </a:pPr>
            <a:r>
              <a:rPr lang="en-IN" sz="1800">
                <a:solidFill>
                  <a:srgbClr val="FFFF00"/>
                </a:solidFill>
                <a:latin typeface="Baumans"/>
                <a:ea typeface="Baumans"/>
                <a:cs typeface="Baumans"/>
                <a:sym typeface="Baumans"/>
              </a:rPr>
              <a:t>Transmission_id → transmission table (defines transmission type).</a:t>
            </a:r>
            <a:endParaRPr>
              <a:solidFill>
                <a:srgbClr val="FFFF00"/>
              </a:solidFill>
            </a:endParaRPr>
          </a:p>
          <a:p>
            <a:pPr indent="0" lvl="0" marL="0" marR="0" rtl="0" algn="l">
              <a:spcBef>
                <a:spcPts val="0"/>
              </a:spcBef>
              <a:spcAft>
                <a:spcPts val="0"/>
              </a:spcAft>
              <a:buNone/>
            </a:pPr>
            <a:r>
              <a:rPr lang="en-IN" sz="1800">
                <a:solidFill>
                  <a:srgbClr val="FFFF00"/>
                </a:solidFill>
                <a:latin typeface="Baumans"/>
                <a:ea typeface="Baumans"/>
                <a:cs typeface="Baumans"/>
                <a:sym typeface="Baumans"/>
              </a:rPr>
              <a:t>Body_type_id → body type table (defines car body style).</a:t>
            </a:r>
            <a:endParaRPr>
              <a:solidFill>
                <a:srgbClr val="FFFF00"/>
              </a:solidFill>
            </a:endParaRPr>
          </a:p>
          <a:p>
            <a:pPr indent="0" lvl="0" marL="0" marR="0" rtl="0" algn="l">
              <a:spcBef>
                <a:spcPts val="0"/>
              </a:spcBef>
              <a:spcAft>
                <a:spcPts val="0"/>
              </a:spcAft>
              <a:buNone/>
            </a:pPr>
            <a:r>
              <a:rPr lang="en-IN" sz="1800">
                <a:solidFill>
                  <a:srgbClr val="FFFF00"/>
                </a:solidFill>
                <a:latin typeface="Baumans"/>
                <a:ea typeface="Baumans"/>
                <a:cs typeface="Baumans"/>
                <a:sym typeface="Baumans"/>
              </a:rPr>
              <a:t>Normalization:</a:t>
            </a:r>
            <a:endParaRPr>
              <a:solidFill>
                <a:srgbClr val="FFFF00"/>
              </a:solidFill>
            </a:endParaRPr>
          </a:p>
          <a:p>
            <a:pPr indent="0" lvl="0" marL="0" marR="0" rtl="0" algn="l">
              <a:spcBef>
                <a:spcPts val="0"/>
              </a:spcBef>
              <a:spcAft>
                <a:spcPts val="0"/>
              </a:spcAft>
              <a:buNone/>
            </a:pPr>
            <a:r>
              <a:rPr lang="en-IN" sz="1800">
                <a:solidFill>
                  <a:srgbClr val="FFFF00"/>
                </a:solidFill>
                <a:latin typeface="Baumans"/>
                <a:ea typeface="Baumans"/>
                <a:cs typeface="Baumans"/>
                <a:sym typeface="Baumans"/>
              </a:rPr>
              <a:t>Repeated categorical data (fuel types, transmissions, body types) is stored in separate tables to reduce redundancy.</a:t>
            </a:r>
            <a:endParaRPr>
              <a:solidFill>
                <a:srgbClr val="FFFF00"/>
              </a:solidFill>
            </a:endParaRPr>
          </a:p>
          <a:p>
            <a:pPr indent="0" lvl="0" marL="0" marR="0" rtl="0" algn="l">
              <a:spcBef>
                <a:spcPts val="0"/>
              </a:spcBef>
              <a:spcAft>
                <a:spcPts val="0"/>
              </a:spcAft>
              <a:buNone/>
            </a:pPr>
            <a:r>
              <a:rPr lang="en-IN" sz="1800">
                <a:solidFill>
                  <a:srgbClr val="FFFF00"/>
                </a:solidFill>
                <a:latin typeface="Baumans"/>
                <a:ea typeface="Baumans"/>
                <a:cs typeface="Baumans"/>
                <a:sym typeface="Baumans"/>
              </a:rPr>
              <a:t>Engine details are separated into their own table for better scalability.</a:t>
            </a:r>
            <a:endParaRPr>
              <a:solidFill>
                <a:srgbClr val="FFFF00"/>
              </a:solidFill>
            </a:endParaRPr>
          </a:p>
          <a:p>
            <a:pPr indent="0" lvl="0" marL="0" marR="0" rtl="0" algn="l">
              <a:spcBef>
                <a:spcPts val="0"/>
              </a:spcBef>
              <a:spcAft>
                <a:spcPts val="0"/>
              </a:spcAft>
              <a:buNone/>
            </a:pPr>
            <a:r>
              <a:rPr lang="en-IN" sz="1800">
                <a:solidFill>
                  <a:srgbClr val="FFFF00"/>
                </a:solidFill>
                <a:latin typeface="Baumans"/>
                <a:ea typeface="Baumans"/>
                <a:cs typeface="Baumans"/>
                <a:sym typeface="Baumans"/>
              </a:rPr>
              <a:t>Relationships:</a:t>
            </a:r>
            <a:endParaRPr>
              <a:solidFill>
                <a:srgbClr val="FFFF00"/>
              </a:solidFill>
            </a:endParaRPr>
          </a:p>
          <a:p>
            <a:pPr indent="0" lvl="0" marL="0" marR="0" rtl="0" algn="l">
              <a:spcBef>
                <a:spcPts val="0"/>
              </a:spcBef>
              <a:spcAft>
                <a:spcPts val="0"/>
              </a:spcAft>
              <a:buNone/>
            </a:pPr>
            <a:r>
              <a:rPr lang="en-IN" sz="1800">
                <a:solidFill>
                  <a:srgbClr val="FFFF00"/>
                </a:solidFill>
                <a:latin typeface="Baumans"/>
                <a:ea typeface="Baumans"/>
                <a:cs typeface="Baumans"/>
                <a:sym typeface="Baumans"/>
              </a:rPr>
              <a:t>All linked by one-to-many relationships from lookup tables to cars (one fuel type can be used in many cars, etc.).</a:t>
            </a:r>
            <a:endParaRPr sz="1800">
              <a:solidFill>
                <a:srgbClr val="FFFF00"/>
              </a:solidFill>
              <a:latin typeface="Baumans"/>
              <a:ea typeface="Baumans"/>
              <a:cs typeface="Baumans"/>
              <a:sym typeface="Baumans"/>
            </a:endParaRPr>
          </a:p>
        </p:txBody>
      </p:sp>
      <p:sp>
        <p:nvSpPr>
          <p:cNvPr id="186" name="Google Shape;186;p6"/>
          <p:cNvSpPr txBox="1"/>
          <p:nvPr/>
        </p:nvSpPr>
        <p:spPr>
          <a:xfrm>
            <a:off x="11490166" y="6433804"/>
            <a:ext cx="4828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Arial"/>
                <a:ea typeface="Arial"/>
                <a:cs typeface="Arial"/>
                <a:sym typeface="Arial"/>
              </a:rPr>
              <a:t>05</a:t>
            </a:r>
            <a:endParaRPr sz="1800">
              <a:solidFill>
                <a:schemeClr val="lt1"/>
              </a:solidFill>
              <a:latin typeface="Arial"/>
              <a:ea typeface="Arial"/>
              <a:cs typeface="Arial"/>
              <a:sym typeface="Arial"/>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183"/>
                                        </p:tgtEl>
                                        <p:attrNameLst>
                                          <p:attrName>style.visibility</p:attrName>
                                        </p:attrNameLst>
                                      </p:cBhvr>
                                      <p:to>
                                        <p:strVal val="visible"/>
                                      </p:to>
                                    </p:set>
                                    <p:anim calcmode="lin" valueType="num">
                                      <p:cBhvr additive="base">
                                        <p:cTn dur="500"/>
                                        <p:tgtEl>
                                          <p:spTgt spid="183"/>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500"/>
                                        <p:tgtEl>
                                          <p:spTgt spid="18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C0C0C"/>
              </a:buClr>
              <a:buSzPts val="4700"/>
              <a:buFont typeface="Arial"/>
              <a:buNone/>
            </a:pPr>
            <a:r>
              <a:rPr lang="en-IN">
                <a:latin typeface="Arial"/>
                <a:ea typeface="Arial"/>
                <a:cs typeface="Arial"/>
                <a:sym typeface="Arial"/>
              </a:rPr>
              <a:t>Create schema</a:t>
            </a:r>
            <a:endParaRPr>
              <a:latin typeface="Arial"/>
              <a:ea typeface="Arial"/>
              <a:cs typeface="Arial"/>
              <a:sym typeface="Arial"/>
            </a:endParaRPr>
          </a:p>
        </p:txBody>
      </p:sp>
      <p:sp>
        <p:nvSpPr>
          <p:cNvPr id="192" name="Google Shape;192;p7"/>
          <p:cNvSpPr txBox="1"/>
          <p:nvPr>
            <p:ph idx="1" type="body"/>
          </p:nvPr>
        </p:nvSpPr>
        <p:spPr>
          <a:xfrm>
            <a:off x="1118114" y="2045819"/>
            <a:ext cx="10769400" cy="1200600"/>
          </a:xfrm>
          <a:prstGeom prst="rect">
            <a:avLst/>
          </a:prstGeom>
          <a:noFill/>
          <a:ln>
            <a:noFill/>
          </a:ln>
        </p:spPr>
        <p:txBody>
          <a:bodyPr anchorCtr="0" anchor="ctr" bIns="45700" lIns="91425" spcFirstLastPara="1" rIns="91425" wrap="square" tIns="45700">
            <a:spAutoFit/>
          </a:bodyPr>
          <a:lstStyle/>
          <a:p>
            <a:pPr indent="-114300" lvl="0" marL="0" marR="0" rtl="0" algn="just">
              <a:lnSpc>
                <a:spcPct val="100000"/>
              </a:lnSpc>
              <a:spcBef>
                <a:spcPts val="0"/>
              </a:spcBef>
              <a:spcAft>
                <a:spcPts val="0"/>
              </a:spcAft>
              <a:buClr>
                <a:srgbClr val="FFD338"/>
              </a:buClr>
              <a:buSzPts val="1800"/>
              <a:buFont typeface="Baumans"/>
              <a:buChar char="•"/>
            </a:pPr>
            <a:r>
              <a:rPr i="0" lang="en-IN" sz="1800" u="none" cap="none" strike="noStrike">
                <a:solidFill>
                  <a:srgbClr val="FFD338"/>
                </a:solidFill>
                <a:latin typeface="Baumans"/>
                <a:ea typeface="Baumans"/>
                <a:cs typeface="Baumans"/>
                <a:sym typeface="Baumans"/>
              </a:rPr>
              <a:t>In database terms, a schema is the blueprint or structure that defines how your database is organized.</a:t>
            </a:r>
            <a:endParaRPr>
              <a:solidFill>
                <a:srgbClr val="FFD338"/>
              </a:solidFill>
            </a:endParaRPr>
          </a:p>
          <a:p>
            <a:pPr indent="0" lvl="0" marL="0" marR="0" rtl="0" algn="just">
              <a:lnSpc>
                <a:spcPct val="100000"/>
              </a:lnSpc>
              <a:spcBef>
                <a:spcPts val="0"/>
              </a:spcBef>
              <a:spcAft>
                <a:spcPts val="0"/>
              </a:spcAft>
              <a:buClr>
                <a:schemeClr val="dk1"/>
              </a:buClr>
              <a:buSzPts val="1800"/>
              <a:buNone/>
            </a:pPr>
            <a:r>
              <a:rPr lang="en-IN" sz="1800">
                <a:solidFill>
                  <a:srgbClr val="FFD338"/>
                </a:solidFill>
                <a:latin typeface="Baumans"/>
                <a:ea typeface="Baumans"/>
                <a:cs typeface="Baumans"/>
                <a:sym typeface="Baumans"/>
              </a:rPr>
              <a:t>   </a:t>
            </a:r>
            <a:r>
              <a:rPr i="0" lang="en-IN" sz="1800" u="none" cap="none" strike="noStrike">
                <a:solidFill>
                  <a:srgbClr val="FFD338"/>
                </a:solidFill>
                <a:latin typeface="Baumans"/>
                <a:ea typeface="Baumans"/>
                <a:cs typeface="Baumans"/>
                <a:sym typeface="Baumans"/>
              </a:rPr>
              <a:t>It includes:</a:t>
            </a:r>
            <a:endParaRPr>
              <a:solidFill>
                <a:srgbClr val="FFD338"/>
              </a:solidFill>
            </a:endParaRPr>
          </a:p>
          <a:p>
            <a:pPr indent="-114300" lvl="0" marL="0" marR="0" rtl="0" algn="just">
              <a:lnSpc>
                <a:spcPct val="100000"/>
              </a:lnSpc>
              <a:spcBef>
                <a:spcPts val="0"/>
              </a:spcBef>
              <a:spcAft>
                <a:spcPts val="0"/>
              </a:spcAft>
              <a:buClr>
                <a:srgbClr val="FFD338"/>
              </a:buClr>
              <a:buSzPts val="1800"/>
              <a:buFont typeface="Baumans"/>
              <a:buChar char="•"/>
            </a:pPr>
            <a:r>
              <a:rPr i="0" lang="en-IN" sz="1800" u="none" cap="none" strike="noStrike">
                <a:solidFill>
                  <a:srgbClr val="FFD338"/>
                </a:solidFill>
                <a:latin typeface="Baumans"/>
                <a:ea typeface="Baumans"/>
                <a:cs typeface="Baumans"/>
                <a:sym typeface="Baumans"/>
              </a:rPr>
              <a:t>Tables (with columns and data types)</a:t>
            </a:r>
            <a:endParaRPr>
              <a:solidFill>
                <a:srgbClr val="FFD338"/>
              </a:solidFill>
            </a:endParaRPr>
          </a:p>
          <a:p>
            <a:pPr indent="0" lvl="0" marL="0" marR="0" rtl="0" algn="just">
              <a:lnSpc>
                <a:spcPct val="100000"/>
              </a:lnSpc>
              <a:spcBef>
                <a:spcPts val="0"/>
              </a:spcBef>
              <a:spcAft>
                <a:spcPts val="0"/>
              </a:spcAft>
              <a:buClr>
                <a:srgbClr val="3F3F3F"/>
              </a:buClr>
              <a:buSzPts val="1800"/>
              <a:buFont typeface="Libre Franklin"/>
              <a:buNone/>
            </a:pPr>
            <a:r>
              <a:t/>
            </a:r>
            <a:endParaRPr i="0" sz="1800" u="none" cap="none" strike="noStrike">
              <a:solidFill>
                <a:srgbClr val="FFD338"/>
              </a:solidFill>
              <a:latin typeface="Baumans"/>
              <a:ea typeface="Baumans"/>
              <a:cs typeface="Baumans"/>
              <a:sym typeface="Baumans"/>
            </a:endParaRPr>
          </a:p>
        </p:txBody>
      </p:sp>
      <p:pic>
        <p:nvPicPr>
          <p:cNvPr id="193" name="Google Shape;193;p7"/>
          <p:cNvPicPr preferRelativeResize="0"/>
          <p:nvPr/>
        </p:nvPicPr>
        <p:blipFill rotWithShape="1">
          <a:blip r:embed="rId3">
            <a:alphaModFix amt="70000"/>
          </a:blip>
          <a:srcRect b="0" l="0" r="0" t="0"/>
          <a:stretch/>
        </p:blipFill>
        <p:spPr>
          <a:xfrm>
            <a:off x="2347504" y="3611853"/>
            <a:ext cx="7496991" cy="1479136"/>
          </a:xfrm>
          <a:prstGeom prst="rect">
            <a:avLst/>
          </a:prstGeom>
          <a:noFill/>
          <a:ln>
            <a:noFill/>
          </a:ln>
        </p:spPr>
      </p:pic>
      <p:sp>
        <p:nvSpPr>
          <p:cNvPr id="194" name="Google Shape;194;p7"/>
          <p:cNvSpPr txBox="1"/>
          <p:nvPr/>
        </p:nvSpPr>
        <p:spPr>
          <a:xfrm>
            <a:off x="11404585" y="6424660"/>
            <a:ext cx="4828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Arial"/>
                <a:ea typeface="Arial"/>
                <a:cs typeface="Arial"/>
                <a:sym typeface="Arial"/>
              </a:rPr>
              <a:t>06</a:t>
            </a:r>
            <a:endParaRPr sz="1800">
              <a:solidFill>
                <a:schemeClr val="lt1"/>
              </a:solidFill>
              <a:latin typeface="Arial"/>
              <a:ea typeface="Arial"/>
              <a:cs typeface="Arial"/>
              <a:sym typeface="Arial"/>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191"/>
                                        </p:tgtEl>
                                        <p:attrNameLst>
                                          <p:attrName>style.visibility</p:attrName>
                                        </p:attrNameLst>
                                      </p:cBhvr>
                                      <p:to>
                                        <p:strVal val="visible"/>
                                      </p:to>
                                    </p:set>
                                    <p:anim calcmode="lin" valueType="num">
                                      <p:cBhvr additive="base">
                                        <p:cTn dur="500"/>
                                        <p:tgtEl>
                                          <p:spTgt spid="191"/>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2">
                                            <p:txEl>
                                              <p:pRg end="0" st="0"/>
                                            </p:txEl>
                                          </p:spTgt>
                                        </p:tgtEl>
                                        <p:attrNameLst>
                                          <p:attrName>style.visibility</p:attrName>
                                        </p:attrNameLst>
                                      </p:cBhvr>
                                      <p:to>
                                        <p:strVal val="visible"/>
                                      </p:to>
                                    </p:set>
                                    <p:animEffect filter="fade" transition="in">
                                      <p:cBhvr>
                                        <p:cTn dur="500"/>
                                        <p:tgtEl>
                                          <p:spTgt spid="192">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2">
                                            <p:txEl>
                                              <p:pRg end="1" st="1"/>
                                            </p:txEl>
                                          </p:spTgt>
                                        </p:tgtEl>
                                        <p:attrNameLst>
                                          <p:attrName>style.visibility</p:attrName>
                                        </p:attrNameLst>
                                      </p:cBhvr>
                                      <p:to>
                                        <p:strVal val="visible"/>
                                      </p:to>
                                    </p:set>
                                    <p:animEffect filter="fade" transition="in">
                                      <p:cBhvr>
                                        <p:cTn dur="500"/>
                                        <p:tgtEl>
                                          <p:spTgt spid="192">
                                            <p:txEl>
                                              <p:pRg end="1" st="1"/>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92">
                                            <p:txEl>
                                              <p:pRg end="2" st="2"/>
                                            </p:txEl>
                                          </p:spTgt>
                                        </p:tgtEl>
                                        <p:attrNameLst>
                                          <p:attrName>style.visibility</p:attrName>
                                        </p:attrNameLst>
                                      </p:cBhvr>
                                      <p:to>
                                        <p:strVal val="visible"/>
                                      </p:to>
                                    </p:set>
                                    <p:animEffect filter="fade" transition="in">
                                      <p:cBhvr>
                                        <p:cTn dur="500"/>
                                        <p:tgtEl>
                                          <p:spTgt spid="192">
                                            <p:txEl>
                                              <p:pRg end="2" st="2"/>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92">
                                            <p:txEl>
                                              <p:pRg end="3" st="3"/>
                                            </p:txEl>
                                          </p:spTgt>
                                        </p:tgtEl>
                                        <p:attrNameLst>
                                          <p:attrName>style.visibility</p:attrName>
                                        </p:attrNameLst>
                                      </p:cBhvr>
                                      <p:to>
                                        <p:strVal val="visible"/>
                                      </p:to>
                                    </p:set>
                                    <p:animEffect filter="fade" transition="in">
                                      <p:cBhvr>
                                        <p:cTn dur="500"/>
                                        <p:tgtEl>
                                          <p:spTgt spid="192">
                                            <p:txEl>
                                              <p:pRg end="3" st="3"/>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C0C0C"/>
              </a:buClr>
              <a:buSzPts val="4700"/>
              <a:buFont typeface="Arial"/>
              <a:buNone/>
            </a:pPr>
            <a:r>
              <a:rPr lang="en-IN">
                <a:latin typeface="Arial"/>
                <a:ea typeface="Arial"/>
                <a:cs typeface="Arial"/>
                <a:sym typeface="Arial"/>
              </a:rPr>
              <a:t>Create Table For Car Data base</a:t>
            </a:r>
            <a:endParaRPr>
              <a:latin typeface="Arial"/>
              <a:ea typeface="Arial"/>
              <a:cs typeface="Arial"/>
              <a:sym typeface="Arial"/>
            </a:endParaRPr>
          </a:p>
        </p:txBody>
      </p:sp>
      <p:sp>
        <p:nvSpPr>
          <p:cNvPr id="200" name="Google Shape;200;p8"/>
          <p:cNvSpPr txBox="1"/>
          <p:nvPr>
            <p:ph idx="1" type="body"/>
          </p:nvPr>
        </p:nvSpPr>
        <p:spPr>
          <a:xfrm>
            <a:off x="1201455" y="2071066"/>
            <a:ext cx="9139500" cy="6465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Baumans"/>
              <a:buNone/>
            </a:pPr>
            <a:r>
              <a:rPr b="0" i="0" lang="en-IN" sz="1800" u="none" cap="none" strike="noStrike">
                <a:solidFill>
                  <a:srgbClr val="FFD338"/>
                </a:solidFill>
                <a:latin typeface="Baumans"/>
                <a:ea typeface="Baumans"/>
                <a:cs typeface="Baumans"/>
                <a:sym typeface="Baumans"/>
              </a:rPr>
              <a:t>The CREATE TABLE statement in SQL is used to </a:t>
            </a:r>
            <a:r>
              <a:rPr b="1" i="0" lang="en-IN" sz="1800" u="none" cap="none" strike="noStrike">
                <a:solidFill>
                  <a:srgbClr val="FFD338"/>
                </a:solidFill>
                <a:latin typeface="Baumans"/>
                <a:ea typeface="Baumans"/>
                <a:cs typeface="Baumans"/>
                <a:sym typeface="Baumans"/>
              </a:rPr>
              <a:t>define a new table</a:t>
            </a:r>
            <a:r>
              <a:rPr b="0" i="0" lang="en-IN" sz="1800" u="none" cap="none" strike="noStrike">
                <a:solidFill>
                  <a:srgbClr val="FFD338"/>
                </a:solidFill>
                <a:latin typeface="Baumans"/>
                <a:ea typeface="Baumans"/>
                <a:cs typeface="Baumans"/>
                <a:sym typeface="Baumans"/>
              </a:rPr>
              <a:t> in a database — specifying its name, columns, data types, and constraints.</a:t>
            </a:r>
            <a:endParaRPr>
              <a:solidFill>
                <a:srgbClr val="FFD338"/>
              </a:solidFill>
            </a:endParaRPr>
          </a:p>
        </p:txBody>
      </p:sp>
      <p:pic>
        <p:nvPicPr>
          <p:cNvPr id="201" name="Google Shape;201;p8"/>
          <p:cNvPicPr preferRelativeResize="0"/>
          <p:nvPr/>
        </p:nvPicPr>
        <p:blipFill rotWithShape="1">
          <a:blip r:embed="rId3">
            <a:alphaModFix amt="70000"/>
          </a:blip>
          <a:srcRect b="0" l="0" r="0" t="0"/>
          <a:stretch/>
        </p:blipFill>
        <p:spPr>
          <a:xfrm>
            <a:off x="2854859" y="3764666"/>
            <a:ext cx="6463994" cy="1629137"/>
          </a:xfrm>
          <a:prstGeom prst="rect">
            <a:avLst/>
          </a:prstGeom>
          <a:noFill/>
          <a:ln>
            <a:noFill/>
          </a:ln>
        </p:spPr>
      </p:pic>
      <p:sp>
        <p:nvSpPr>
          <p:cNvPr id="202" name="Google Shape;202;p8"/>
          <p:cNvSpPr txBox="1"/>
          <p:nvPr/>
        </p:nvSpPr>
        <p:spPr>
          <a:xfrm>
            <a:off x="1201455" y="3244334"/>
            <a:ext cx="12073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Baumans"/>
                <a:ea typeface="Baumans"/>
                <a:cs typeface="Baumans"/>
                <a:sym typeface="Baumans"/>
              </a:rPr>
              <a:t>Example :</a:t>
            </a:r>
            <a:endParaRPr b="1" sz="1800">
              <a:solidFill>
                <a:schemeClr val="dk1"/>
              </a:solidFill>
              <a:latin typeface="Baumans"/>
              <a:ea typeface="Baumans"/>
              <a:cs typeface="Baumans"/>
              <a:sym typeface="Baumans"/>
            </a:endParaRPr>
          </a:p>
        </p:txBody>
      </p:sp>
      <p:sp>
        <p:nvSpPr>
          <p:cNvPr id="203" name="Google Shape;203;p8"/>
          <p:cNvSpPr txBox="1"/>
          <p:nvPr/>
        </p:nvSpPr>
        <p:spPr>
          <a:xfrm>
            <a:off x="11457432" y="6452092"/>
            <a:ext cx="4844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Arial"/>
                <a:ea typeface="Arial"/>
                <a:cs typeface="Arial"/>
                <a:sym typeface="Arial"/>
              </a:rPr>
              <a:t>07</a:t>
            </a:r>
            <a:endParaRPr sz="1800">
              <a:solidFill>
                <a:schemeClr val="lt1"/>
              </a:solidFill>
              <a:latin typeface="Arial"/>
              <a:ea typeface="Arial"/>
              <a:cs typeface="Arial"/>
              <a:sym typeface="Arial"/>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199"/>
                                        </p:tgtEl>
                                        <p:attrNameLst>
                                          <p:attrName>style.visibility</p:attrName>
                                        </p:attrNameLst>
                                      </p:cBhvr>
                                      <p:to>
                                        <p:strVal val="visible"/>
                                      </p:to>
                                    </p:set>
                                    <p:anim calcmode="lin" valueType="num">
                                      <p:cBhvr additive="base">
                                        <p:cTn dur="500"/>
                                        <p:tgtEl>
                                          <p:spTgt spid="199"/>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0">
                                            <p:txEl>
                                              <p:pRg end="0" st="0"/>
                                            </p:txEl>
                                          </p:spTgt>
                                        </p:tgtEl>
                                        <p:attrNameLst>
                                          <p:attrName>style.visibility</p:attrName>
                                        </p:attrNameLst>
                                      </p:cBhvr>
                                      <p:to>
                                        <p:strVal val="visible"/>
                                      </p:to>
                                    </p:set>
                                    <p:animEffect filter="fade" transition="in">
                                      <p:cBhvr>
                                        <p:cTn dur="500"/>
                                        <p:tgtEl>
                                          <p:spTgt spid="200">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500"/>
                                        <p:tgtEl>
                                          <p:spTgt spid="20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500"/>
                                        <p:tgtEl>
                                          <p:spTgt spid="2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C0C0C"/>
              </a:buClr>
              <a:buSzPts val="4700"/>
              <a:buFont typeface="Arial"/>
              <a:buNone/>
            </a:pPr>
            <a:r>
              <a:rPr lang="en-IN">
                <a:latin typeface="Arial"/>
                <a:ea typeface="Arial"/>
                <a:cs typeface="Arial"/>
                <a:sym typeface="Arial"/>
              </a:rPr>
              <a:t>Insert Table For Car Data Base</a:t>
            </a:r>
            <a:endParaRPr>
              <a:latin typeface="Arial"/>
              <a:ea typeface="Arial"/>
              <a:cs typeface="Arial"/>
              <a:sym typeface="Arial"/>
            </a:endParaRPr>
          </a:p>
        </p:txBody>
      </p:sp>
      <p:sp>
        <p:nvSpPr>
          <p:cNvPr id="209" name="Google Shape;209;p9"/>
          <p:cNvSpPr txBox="1"/>
          <p:nvPr>
            <p:ph idx="1" type="body"/>
          </p:nvPr>
        </p:nvSpPr>
        <p:spPr>
          <a:xfrm>
            <a:off x="1207008" y="1984324"/>
            <a:ext cx="7944419"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Baumans"/>
              <a:buNone/>
            </a:pPr>
            <a:r>
              <a:rPr b="0" i="0" lang="en-IN" sz="1800" u="none" cap="none" strike="noStrike">
                <a:solidFill>
                  <a:srgbClr val="FFD338"/>
                </a:solidFill>
                <a:latin typeface="Baumans"/>
                <a:ea typeface="Baumans"/>
                <a:cs typeface="Baumans"/>
                <a:sym typeface="Baumans"/>
              </a:rPr>
              <a:t>The INSERT statement in SQL is used to </a:t>
            </a:r>
            <a:r>
              <a:rPr b="1" i="0" lang="en-IN" sz="1800" u="none" cap="none" strike="noStrike">
                <a:solidFill>
                  <a:srgbClr val="FFD338"/>
                </a:solidFill>
                <a:latin typeface="Baumans"/>
                <a:ea typeface="Baumans"/>
                <a:cs typeface="Baumans"/>
                <a:sym typeface="Baumans"/>
              </a:rPr>
              <a:t>add new rows of data</a:t>
            </a:r>
            <a:r>
              <a:rPr b="0" i="0" lang="en-IN" sz="1800" u="none" cap="none" strike="noStrike">
                <a:solidFill>
                  <a:srgbClr val="FFD338"/>
                </a:solidFill>
                <a:latin typeface="Baumans"/>
                <a:ea typeface="Baumans"/>
                <a:cs typeface="Baumans"/>
                <a:sym typeface="Baumans"/>
              </a:rPr>
              <a:t> into a table. </a:t>
            </a:r>
            <a:endParaRPr>
              <a:solidFill>
                <a:srgbClr val="FFD338"/>
              </a:solidFill>
            </a:endParaRPr>
          </a:p>
        </p:txBody>
      </p:sp>
      <p:sp>
        <p:nvSpPr>
          <p:cNvPr id="210" name="Google Shape;210;p9"/>
          <p:cNvSpPr txBox="1"/>
          <p:nvPr/>
        </p:nvSpPr>
        <p:spPr>
          <a:xfrm>
            <a:off x="1207008" y="2600620"/>
            <a:ext cx="114807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rgbClr val="FFD338"/>
                </a:solidFill>
                <a:latin typeface="Baumans"/>
                <a:ea typeface="Baumans"/>
                <a:cs typeface="Baumans"/>
                <a:sym typeface="Baumans"/>
              </a:rPr>
              <a:t>Example:</a:t>
            </a:r>
            <a:endParaRPr sz="1800">
              <a:solidFill>
                <a:srgbClr val="FFD338"/>
              </a:solidFill>
              <a:latin typeface="Baumans"/>
              <a:ea typeface="Baumans"/>
              <a:cs typeface="Baumans"/>
              <a:sym typeface="Baumans"/>
            </a:endParaRPr>
          </a:p>
        </p:txBody>
      </p:sp>
      <p:pic>
        <p:nvPicPr>
          <p:cNvPr id="211" name="Google Shape;211;p9"/>
          <p:cNvPicPr preferRelativeResize="0"/>
          <p:nvPr/>
        </p:nvPicPr>
        <p:blipFill rotWithShape="1">
          <a:blip r:embed="rId3">
            <a:alphaModFix amt="85000"/>
          </a:blip>
          <a:srcRect b="0" l="0" r="0" t="0"/>
          <a:stretch/>
        </p:blipFill>
        <p:spPr>
          <a:xfrm>
            <a:off x="2355079" y="3429000"/>
            <a:ext cx="6525536" cy="1810003"/>
          </a:xfrm>
          <a:prstGeom prst="rect">
            <a:avLst/>
          </a:prstGeom>
          <a:noFill/>
          <a:ln>
            <a:noFill/>
          </a:ln>
        </p:spPr>
      </p:pic>
      <p:sp>
        <p:nvSpPr>
          <p:cNvPr id="212" name="Google Shape;212;p9"/>
          <p:cNvSpPr txBox="1"/>
          <p:nvPr/>
        </p:nvSpPr>
        <p:spPr>
          <a:xfrm>
            <a:off x="11384280" y="6433804"/>
            <a:ext cx="4828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Arial"/>
                <a:ea typeface="Arial"/>
                <a:cs typeface="Arial"/>
                <a:sym typeface="Arial"/>
              </a:rPr>
              <a:t>08</a:t>
            </a:r>
            <a:endParaRPr sz="1800">
              <a:solidFill>
                <a:schemeClr val="lt1"/>
              </a:solidFill>
              <a:latin typeface="Arial"/>
              <a:ea typeface="Arial"/>
              <a:cs typeface="Arial"/>
              <a:sym typeface="Arial"/>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208"/>
                                        </p:tgtEl>
                                        <p:attrNameLst>
                                          <p:attrName>style.visibility</p:attrName>
                                        </p:attrNameLst>
                                      </p:cBhvr>
                                      <p:to>
                                        <p:strVal val="visible"/>
                                      </p:to>
                                    </p:set>
                                    <p:anim calcmode="lin" valueType="num">
                                      <p:cBhvr additive="base">
                                        <p:cTn dur="500"/>
                                        <p:tgtEl>
                                          <p:spTgt spid="208"/>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9">
                                            <p:txEl>
                                              <p:pRg end="0" st="0"/>
                                            </p:txEl>
                                          </p:spTgt>
                                        </p:tgtEl>
                                        <p:attrNameLst>
                                          <p:attrName>style.visibility</p:attrName>
                                        </p:attrNameLst>
                                      </p:cBhvr>
                                      <p:to>
                                        <p:strVal val="visible"/>
                                      </p:to>
                                    </p:set>
                                    <p:animEffect filter="fade" transition="in">
                                      <p:cBhvr>
                                        <p:cTn dur="500"/>
                                        <p:tgtEl>
                                          <p:spTgt spid="209">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500"/>
                                        <p:tgtEl>
                                          <p:spTgt spid="210"/>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500"/>
                                        <p:tgtEl>
                                          <p:spTgt spid="2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C0C0C"/>
              </a:buClr>
              <a:buSzPts val="4700"/>
              <a:buFont typeface="Arial"/>
              <a:buNone/>
            </a:pPr>
            <a:r>
              <a:rPr lang="en-IN">
                <a:solidFill>
                  <a:srgbClr val="0C0C0C"/>
                </a:solidFill>
                <a:latin typeface="Arial"/>
                <a:ea typeface="Arial"/>
                <a:cs typeface="Arial"/>
                <a:sym typeface="Arial"/>
              </a:rPr>
              <a:t>My Analysis On The Car Data Base With the Query</a:t>
            </a:r>
            <a:endParaRPr>
              <a:solidFill>
                <a:srgbClr val="0C0C0C"/>
              </a:solidFill>
              <a:latin typeface="Arial"/>
              <a:ea typeface="Arial"/>
              <a:cs typeface="Arial"/>
              <a:sym typeface="Arial"/>
            </a:endParaRPr>
          </a:p>
        </p:txBody>
      </p:sp>
      <p:sp>
        <p:nvSpPr>
          <p:cNvPr id="218" name="Google Shape;218;p10"/>
          <p:cNvSpPr txBox="1"/>
          <p:nvPr>
            <p:ph idx="1" type="body"/>
          </p:nvPr>
        </p:nvSpPr>
        <p:spPr>
          <a:xfrm>
            <a:off x="1097280" y="2108201"/>
            <a:ext cx="10058400" cy="3760891"/>
          </a:xfrm>
          <a:prstGeom prst="rect">
            <a:avLst/>
          </a:prstGeom>
          <a:noFill/>
          <a:ln>
            <a:noFill/>
          </a:ln>
        </p:spPr>
        <p:txBody>
          <a:bodyPr anchorCtr="0" anchor="t" bIns="45700" lIns="0" spcFirstLastPara="1" rIns="0" wrap="square" tIns="45700">
            <a:normAutofit/>
          </a:bodyPr>
          <a:lstStyle/>
          <a:p>
            <a:pPr indent="-120650" lvl="0" marL="91440" rtl="0" algn="l">
              <a:lnSpc>
                <a:spcPct val="110000"/>
              </a:lnSpc>
              <a:spcBef>
                <a:spcPts val="0"/>
              </a:spcBef>
              <a:spcAft>
                <a:spcPts val="0"/>
              </a:spcAft>
              <a:buSzPts val="1900"/>
              <a:buChar char="●"/>
            </a:pPr>
            <a:r>
              <a:rPr lang="en-IN">
                <a:solidFill>
                  <a:srgbClr val="0C0C0C"/>
                </a:solidFill>
                <a:latin typeface="Baumans"/>
                <a:ea typeface="Baumans"/>
                <a:cs typeface="Baumans"/>
                <a:sym typeface="Baumans"/>
              </a:rPr>
              <a:t>What is Query ?</a:t>
            </a:r>
            <a:endParaRPr/>
          </a:p>
          <a:p>
            <a:pPr indent="-120650" lvl="0" marL="91440" rtl="0" algn="l">
              <a:lnSpc>
                <a:spcPct val="110000"/>
              </a:lnSpc>
              <a:spcBef>
                <a:spcPts val="1400"/>
              </a:spcBef>
              <a:spcAft>
                <a:spcPts val="0"/>
              </a:spcAft>
              <a:buSzPts val="1900"/>
              <a:buChar char="●"/>
            </a:pPr>
            <a:r>
              <a:rPr lang="en-IN">
                <a:solidFill>
                  <a:srgbClr val="0C0C0C"/>
                </a:solidFill>
                <a:latin typeface="Baumans"/>
                <a:ea typeface="Baumans"/>
                <a:cs typeface="Baumans"/>
                <a:sym typeface="Baumans"/>
              </a:rPr>
              <a:t>A </a:t>
            </a:r>
            <a:r>
              <a:rPr b="1" lang="en-IN">
                <a:solidFill>
                  <a:srgbClr val="0C0C0C"/>
                </a:solidFill>
                <a:latin typeface="Baumans"/>
                <a:ea typeface="Baumans"/>
                <a:cs typeface="Baumans"/>
                <a:sym typeface="Baumans"/>
              </a:rPr>
              <a:t>query</a:t>
            </a:r>
            <a:r>
              <a:rPr lang="en-IN">
                <a:solidFill>
                  <a:srgbClr val="0C0C0C"/>
                </a:solidFill>
                <a:latin typeface="Baumans"/>
                <a:ea typeface="Baumans"/>
                <a:cs typeface="Baumans"/>
                <a:sym typeface="Baumans"/>
              </a:rPr>
              <a:t> is simply a </a:t>
            </a:r>
            <a:r>
              <a:rPr b="1" lang="en-IN">
                <a:solidFill>
                  <a:srgbClr val="0C0C0C"/>
                </a:solidFill>
                <a:latin typeface="Baumans"/>
                <a:ea typeface="Baumans"/>
                <a:cs typeface="Baumans"/>
                <a:sym typeface="Baumans"/>
              </a:rPr>
              <a:t>request to the database</a:t>
            </a:r>
            <a:r>
              <a:rPr lang="en-IN">
                <a:solidFill>
                  <a:srgbClr val="0C0C0C"/>
                </a:solidFill>
                <a:latin typeface="Baumans"/>
                <a:ea typeface="Baumans"/>
                <a:cs typeface="Baumans"/>
                <a:sym typeface="Baumans"/>
              </a:rPr>
              <a:t> asking it to do something — usually to </a:t>
            </a:r>
            <a:r>
              <a:rPr b="1" lang="en-IN">
                <a:solidFill>
                  <a:srgbClr val="0C0C0C"/>
                </a:solidFill>
                <a:latin typeface="Baumans"/>
                <a:ea typeface="Baumans"/>
                <a:cs typeface="Baumans"/>
                <a:sym typeface="Baumans"/>
              </a:rPr>
              <a:t>retrieve, insert, update, or delete data</a:t>
            </a:r>
            <a:r>
              <a:rPr lang="en-IN">
                <a:solidFill>
                  <a:srgbClr val="0C0C0C"/>
                </a:solidFill>
                <a:latin typeface="Baumans"/>
                <a:ea typeface="Baumans"/>
                <a:cs typeface="Baumans"/>
                <a:sym typeface="Baumans"/>
              </a:rPr>
              <a:t>.</a:t>
            </a:r>
            <a:endParaRPr>
              <a:solidFill>
                <a:srgbClr val="0C0C0C"/>
              </a:solidFill>
              <a:latin typeface="Baumans"/>
              <a:ea typeface="Baumans"/>
              <a:cs typeface="Baumans"/>
              <a:sym typeface="Baumans"/>
            </a:endParaRPr>
          </a:p>
        </p:txBody>
      </p:sp>
      <p:sp>
        <p:nvSpPr>
          <p:cNvPr id="219" name="Google Shape;219;p10"/>
          <p:cNvSpPr txBox="1"/>
          <p:nvPr/>
        </p:nvSpPr>
        <p:spPr>
          <a:xfrm>
            <a:off x="1097280" y="3392424"/>
            <a:ext cx="43861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Arial"/>
                <a:ea typeface="Arial"/>
                <a:cs typeface="Arial"/>
                <a:sym typeface="Arial"/>
              </a:rPr>
              <a:t>My analysis on the car data base  </a:t>
            </a:r>
            <a:endParaRPr sz="1800">
              <a:solidFill>
                <a:schemeClr val="dk1"/>
              </a:solidFill>
              <a:latin typeface="Arial"/>
              <a:ea typeface="Arial"/>
              <a:cs typeface="Arial"/>
              <a:sym typeface="Arial"/>
            </a:endParaRPr>
          </a:p>
        </p:txBody>
      </p:sp>
      <p:sp>
        <p:nvSpPr>
          <p:cNvPr id="220" name="Google Shape;220;p10"/>
          <p:cNvSpPr txBox="1"/>
          <p:nvPr/>
        </p:nvSpPr>
        <p:spPr>
          <a:xfrm>
            <a:off x="1097280" y="3845927"/>
            <a:ext cx="391325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Arial"/>
                <a:ea typeface="Arial"/>
                <a:cs typeface="Arial"/>
                <a:sym typeface="Arial"/>
              </a:rPr>
              <a:t>1 Top 5 Most Reviewed Cars</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Baumans"/>
              <a:ea typeface="Baumans"/>
              <a:cs typeface="Baumans"/>
              <a:sym typeface="Baumans"/>
            </a:endParaRPr>
          </a:p>
        </p:txBody>
      </p:sp>
      <p:sp>
        <p:nvSpPr>
          <p:cNvPr id="221" name="Google Shape;221;p10"/>
          <p:cNvSpPr txBox="1"/>
          <p:nvPr/>
        </p:nvSpPr>
        <p:spPr>
          <a:xfrm>
            <a:off x="1097280" y="4257345"/>
            <a:ext cx="881523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aumans"/>
                <a:ea typeface="Baumans"/>
                <a:cs typeface="Baumans"/>
                <a:sym typeface="Baumans"/>
              </a:rPr>
              <a:t>Query</a:t>
            </a:r>
            <a:endParaRPr/>
          </a:p>
          <a:p>
            <a:pPr indent="0" lvl="0" marL="0" marR="0" rtl="0" algn="l">
              <a:spcBef>
                <a:spcPts val="0"/>
              </a:spcBef>
              <a:spcAft>
                <a:spcPts val="0"/>
              </a:spcAft>
              <a:buNone/>
            </a:pPr>
            <a:r>
              <a:rPr lang="en-IN" sz="1800">
                <a:solidFill>
                  <a:schemeClr val="dk1"/>
                </a:solidFill>
                <a:latin typeface="Baumans"/>
                <a:ea typeface="Baumans"/>
                <a:cs typeface="Baumans"/>
                <a:sym typeface="Baumans"/>
              </a:rPr>
              <a:t>SELECT car_name, reviews_count FROM Cars ORDER BY reviews_count DESC LIMIT 5;</a:t>
            </a:r>
            <a:endParaRPr/>
          </a:p>
          <a:p>
            <a:pPr indent="0" lvl="0" marL="0" marR="0" rtl="0" algn="l">
              <a:spcBef>
                <a:spcPts val="0"/>
              </a:spcBef>
              <a:spcAft>
                <a:spcPts val="0"/>
              </a:spcAft>
              <a:buNone/>
            </a:pPr>
            <a:r>
              <a:t/>
            </a:r>
            <a:endParaRPr sz="1800">
              <a:solidFill>
                <a:schemeClr val="dk1"/>
              </a:solidFill>
              <a:latin typeface="Baumans"/>
              <a:ea typeface="Baumans"/>
              <a:cs typeface="Baumans"/>
              <a:sym typeface="Baumans"/>
            </a:endParaRPr>
          </a:p>
        </p:txBody>
      </p:sp>
      <p:sp>
        <p:nvSpPr>
          <p:cNvPr id="222" name="Google Shape;222;p10"/>
          <p:cNvSpPr txBox="1"/>
          <p:nvPr/>
        </p:nvSpPr>
        <p:spPr>
          <a:xfrm>
            <a:off x="2922298" y="5465859"/>
            <a:ext cx="9492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rgbClr val="0C0C0C"/>
                </a:solidFill>
                <a:latin typeface="Baumans"/>
                <a:ea typeface="Baumans"/>
                <a:cs typeface="Baumans"/>
                <a:sym typeface="Baumans"/>
              </a:rPr>
              <a:t>Result ;</a:t>
            </a:r>
            <a:endParaRPr sz="1800">
              <a:solidFill>
                <a:srgbClr val="0C0C0C"/>
              </a:solidFill>
              <a:latin typeface="Baumans"/>
              <a:ea typeface="Baumans"/>
              <a:cs typeface="Baumans"/>
              <a:sym typeface="Baumans"/>
            </a:endParaRPr>
          </a:p>
        </p:txBody>
      </p:sp>
      <p:pic>
        <p:nvPicPr>
          <p:cNvPr id="223" name="Google Shape;223;p10"/>
          <p:cNvPicPr preferRelativeResize="0"/>
          <p:nvPr/>
        </p:nvPicPr>
        <p:blipFill rotWithShape="1">
          <a:blip r:embed="rId3">
            <a:alphaModFix/>
          </a:blip>
          <a:srcRect b="0" l="0" r="0" t="0"/>
          <a:stretch/>
        </p:blipFill>
        <p:spPr>
          <a:xfrm>
            <a:off x="4082921" y="4966328"/>
            <a:ext cx="2843952" cy="1368394"/>
          </a:xfrm>
          <a:prstGeom prst="rect">
            <a:avLst/>
          </a:prstGeom>
          <a:noFill/>
          <a:ln>
            <a:noFill/>
          </a:ln>
        </p:spPr>
      </p:pic>
      <p:sp>
        <p:nvSpPr>
          <p:cNvPr id="224" name="Google Shape;224;p10"/>
          <p:cNvSpPr txBox="1"/>
          <p:nvPr/>
        </p:nvSpPr>
        <p:spPr>
          <a:xfrm>
            <a:off x="11402568" y="6433804"/>
            <a:ext cx="4828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Arial"/>
                <a:ea typeface="Arial"/>
                <a:cs typeface="Arial"/>
                <a:sym typeface="Arial"/>
              </a:rPr>
              <a:t>09</a:t>
            </a:r>
            <a:endParaRPr sz="1800">
              <a:solidFill>
                <a:schemeClr val="lt1"/>
              </a:solidFill>
              <a:latin typeface="Arial"/>
              <a:ea typeface="Arial"/>
              <a:cs typeface="Arial"/>
              <a:sym typeface="Arial"/>
            </a:endParaRPr>
          </a:p>
        </p:txBody>
      </p:sp>
      <p:sp>
        <p:nvSpPr>
          <p:cNvPr id="225" name="Google Shape;225;p10"/>
          <p:cNvSpPr txBox="1"/>
          <p:nvPr/>
        </p:nvSpPr>
        <p:spPr>
          <a:xfrm>
            <a:off x="7133123" y="5965390"/>
            <a:ext cx="2573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aumans"/>
                <a:ea typeface="Baumans"/>
                <a:cs typeface="Baumans"/>
                <a:sym typeface="Baumans"/>
              </a:rPr>
              <a:t>NOTE: 5 Rows Returned</a:t>
            </a:r>
            <a:endParaRPr sz="1800">
              <a:solidFill>
                <a:schemeClr val="dk1"/>
              </a:solidFill>
              <a:latin typeface="Baumans"/>
              <a:ea typeface="Baumans"/>
              <a:cs typeface="Baumans"/>
              <a:sym typeface="Baumans"/>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217"/>
                                        </p:tgtEl>
                                        <p:attrNameLst>
                                          <p:attrName>style.visibility</p:attrName>
                                        </p:attrNameLst>
                                      </p:cBhvr>
                                      <p:to>
                                        <p:strVal val="visible"/>
                                      </p:to>
                                    </p:set>
                                    <p:anim calcmode="lin" valueType="num">
                                      <p:cBhvr additive="base">
                                        <p:cTn dur="500"/>
                                        <p:tgtEl>
                                          <p:spTgt spid="217"/>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8">
                                            <p:txEl>
                                              <p:pRg end="0" st="0"/>
                                            </p:txEl>
                                          </p:spTgt>
                                        </p:tgtEl>
                                        <p:attrNameLst>
                                          <p:attrName>style.visibility</p:attrName>
                                        </p:attrNameLst>
                                      </p:cBhvr>
                                      <p:to>
                                        <p:strVal val="visible"/>
                                      </p:to>
                                    </p:set>
                                    <p:animEffect filter="fade" transition="in">
                                      <p:cBhvr>
                                        <p:cTn dur="500"/>
                                        <p:tgtEl>
                                          <p:spTgt spid="218">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8">
                                            <p:txEl>
                                              <p:pRg end="1" st="1"/>
                                            </p:txEl>
                                          </p:spTgt>
                                        </p:tgtEl>
                                        <p:attrNameLst>
                                          <p:attrName>style.visibility</p:attrName>
                                        </p:attrNameLst>
                                      </p:cBhvr>
                                      <p:to>
                                        <p:strVal val="visible"/>
                                      </p:to>
                                    </p:set>
                                    <p:animEffect filter="fade" transition="in">
                                      <p:cBhvr>
                                        <p:cTn dur="500"/>
                                        <p:tgtEl>
                                          <p:spTgt spid="218">
                                            <p:txEl>
                                              <p:pRg end="1" st="1"/>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500"/>
                                        <p:tgtEl>
                                          <p:spTgt spid="21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500"/>
                                        <p:tgtEl>
                                          <p:spTgt spid="222"/>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500"/>
                                        <p:tgtEl>
                                          <p:spTgt spid="223"/>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
                                        <p:tgtEl>
                                          <p:spTgt spid="2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1"/>
          <p:cNvSpPr txBox="1"/>
          <p:nvPr/>
        </p:nvSpPr>
        <p:spPr>
          <a:xfrm>
            <a:off x="3307416" y="336935"/>
            <a:ext cx="557716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400">
                <a:solidFill>
                  <a:schemeClr val="lt1"/>
                </a:solidFill>
                <a:latin typeface="Arial"/>
                <a:ea typeface="Arial"/>
                <a:cs typeface="Arial"/>
                <a:sym typeface="Arial"/>
              </a:rPr>
              <a:t>2 Average </a:t>
            </a:r>
            <a:r>
              <a:rPr b="1" lang="en-IN" sz="2000">
                <a:solidFill>
                  <a:schemeClr val="lt1"/>
                </a:solidFill>
                <a:latin typeface="Arial"/>
                <a:ea typeface="Arial"/>
                <a:cs typeface="Arial"/>
                <a:sym typeface="Arial"/>
              </a:rPr>
              <a:t>Rating</a:t>
            </a:r>
            <a:r>
              <a:rPr b="1" lang="en-IN" sz="2400">
                <a:solidFill>
                  <a:schemeClr val="lt1"/>
                </a:solidFill>
                <a:latin typeface="Arial"/>
                <a:ea typeface="Arial"/>
                <a:cs typeface="Arial"/>
                <a:sym typeface="Arial"/>
              </a:rPr>
              <a:t> by Body Type</a:t>
            </a:r>
            <a:endParaRPr sz="2400">
              <a:solidFill>
                <a:schemeClr val="lt1"/>
              </a:solidFill>
              <a:latin typeface="Arial"/>
              <a:ea typeface="Arial"/>
              <a:cs typeface="Arial"/>
              <a:sym typeface="Arial"/>
            </a:endParaRPr>
          </a:p>
        </p:txBody>
      </p:sp>
      <p:sp>
        <p:nvSpPr>
          <p:cNvPr id="231" name="Google Shape;231;p11"/>
          <p:cNvSpPr txBox="1"/>
          <p:nvPr/>
        </p:nvSpPr>
        <p:spPr>
          <a:xfrm>
            <a:off x="1051560" y="1045988"/>
            <a:ext cx="8947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aumans"/>
                <a:ea typeface="Baumans"/>
                <a:cs typeface="Baumans"/>
                <a:sym typeface="Baumans"/>
              </a:rPr>
              <a:t>Query:</a:t>
            </a:r>
            <a:endParaRPr sz="1800">
              <a:solidFill>
                <a:schemeClr val="dk1"/>
              </a:solidFill>
              <a:latin typeface="Baumans"/>
              <a:ea typeface="Baumans"/>
              <a:cs typeface="Baumans"/>
              <a:sym typeface="Baumans"/>
            </a:endParaRPr>
          </a:p>
        </p:txBody>
      </p:sp>
      <p:sp>
        <p:nvSpPr>
          <p:cNvPr id="232" name="Google Shape;232;p11"/>
          <p:cNvSpPr txBox="1"/>
          <p:nvPr/>
        </p:nvSpPr>
        <p:spPr>
          <a:xfrm>
            <a:off x="1946357" y="1258086"/>
            <a:ext cx="5937900" cy="230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rgbClr val="FFD338"/>
                </a:solidFill>
                <a:latin typeface="Baumans"/>
                <a:ea typeface="Baumans"/>
                <a:cs typeface="Baumans"/>
                <a:sym typeface="Baumans"/>
              </a:rPr>
              <a:t>SELECT </a:t>
            </a:r>
            <a:endParaRPr>
              <a:solidFill>
                <a:srgbClr val="FFD338"/>
              </a:solidFill>
            </a:endParaRPr>
          </a:p>
          <a:p>
            <a:pPr indent="0" lvl="0" marL="0" marR="0" rtl="0" algn="l">
              <a:spcBef>
                <a:spcPts val="0"/>
              </a:spcBef>
              <a:spcAft>
                <a:spcPts val="0"/>
              </a:spcAft>
              <a:buNone/>
            </a:pPr>
            <a:r>
              <a:rPr lang="en-IN" sz="1800">
                <a:solidFill>
                  <a:srgbClr val="FFD338"/>
                </a:solidFill>
                <a:latin typeface="Baumans"/>
                <a:ea typeface="Baumans"/>
                <a:cs typeface="Baumans"/>
                <a:sym typeface="Baumans"/>
              </a:rPr>
              <a:t>    b.body_type, </a:t>
            </a:r>
            <a:endParaRPr>
              <a:solidFill>
                <a:srgbClr val="FFD338"/>
              </a:solidFill>
            </a:endParaRPr>
          </a:p>
          <a:p>
            <a:pPr indent="0" lvl="0" marL="0" marR="0" rtl="0" algn="l">
              <a:spcBef>
                <a:spcPts val="0"/>
              </a:spcBef>
              <a:spcAft>
                <a:spcPts val="0"/>
              </a:spcAft>
              <a:buNone/>
            </a:pPr>
            <a:r>
              <a:rPr lang="en-IN" sz="1800">
                <a:solidFill>
                  <a:srgbClr val="FFD338"/>
                </a:solidFill>
                <a:latin typeface="Baumans"/>
                <a:ea typeface="Baumans"/>
                <a:cs typeface="Baumans"/>
                <a:sym typeface="Baumans"/>
              </a:rPr>
              <a:t>    ROUND(AVG(c.rating), 2) AS avg_rating</a:t>
            </a:r>
            <a:endParaRPr sz="1800">
              <a:solidFill>
                <a:srgbClr val="FFD338"/>
              </a:solidFill>
              <a:latin typeface="Baumans"/>
              <a:ea typeface="Baumans"/>
              <a:cs typeface="Baumans"/>
              <a:sym typeface="Baumans"/>
            </a:endParaRPr>
          </a:p>
          <a:p>
            <a:pPr indent="0" lvl="0" marL="0" marR="0" rtl="0" algn="l">
              <a:spcBef>
                <a:spcPts val="0"/>
              </a:spcBef>
              <a:spcAft>
                <a:spcPts val="0"/>
              </a:spcAft>
              <a:buNone/>
            </a:pPr>
            <a:r>
              <a:rPr lang="en-IN" sz="1800">
                <a:solidFill>
                  <a:srgbClr val="FFD338"/>
                </a:solidFill>
                <a:latin typeface="Baumans"/>
                <a:ea typeface="Baumans"/>
                <a:cs typeface="Baumans"/>
                <a:sym typeface="Baumans"/>
              </a:rPr>
              <a:t> FROM Cars c</a:t>
            </a:r>
            <a:endParaRPr>
              <a:solidFill>
                <a:srgbClr val="FFD338"/>
              </a:solidFill>
            </a:endParaRPr>
          </a:p>
          <a:p>
            <a:pPr indent="0" lvl="0" marL="0" marR="0" rtl="0" algn="l">
              <a:spcBef>
                <a:spcPts val="0"/>
              </a:spcBef>
              <a:spcAft>
                <a:spcPts val="0"/>
              </a:spcAft>
              <a:buNone/>
            </a:pPr>
            <a:r>
              <a:rPr lang="en-IN" sz="1800">
                <a:solidFill>
                  <a:srgbClr val="FFD338"/>
                </a:solidFill>
                <a:latin typeface="Baumans"/>
                <a:ea typeface="Baumans"/>
                <a:cs typeface="Baumans"/>
                <a:sym typeface="Baumans"/>
              </a:rPr>
              <a:t> JOIN BodyType b ON c.body_type_id = b.body_type_id</a:t>
            </a:r>
            <a:endParaRPr sz="1800">
              <a:solidFill>
                <a:srgbClr val="FFD338"/>
              </a:solidFill>
              <a:latin typeface="Baumans"/>
              <a:ea typeface="Baumans"/>
              <a:cs typeface="Baumans"/>
              <a:sym typeface="Baumans"/>
            </a:endParaRPr>
          </a:p>
          <a:p>
            <a:pPr indent="0" lvl="0" marL="0" marR="0" rtl="0" algn="l">
              <a:spcBef>
                <a:spcPts val="0"/>
              </a:spcBef>
              <a:spcAft>
                <a:spcPts val="0"/>
              </a:spcAft>
              <a:buNone/>
            </a:pPr>
            <a:r>
              <a:rPr lang="en-IN" sz="1800">
                <a:solidFill>
                  <a:srgbClr val="FFD338"/>
                </a:solidFill>
                <a:latin typeface="Baumans"/>
                <a:ea typeface="Baumans"/>
                <a:cs typeface="Baumans"/>
                <a:sym typeface="Baumans"/>
              </a:rPr>
              <a:t> GROUP BY b.body_type</a:t>
            </a:r>
            <a:endParaRPr sz="1800">
              <a:solidFill>
                <a:srgbClr val="FFD338"/>
              </a:solidFill>
              <a:latin typeface="Baumans"/>
              <a:ea typeface="Baumans"/>
              <a:cs typeface="Baumans"/>
              <a:sym typeface="Baumans"/>
            </a:endParaRPr>
          </a:p>
          <a:p>
            <a:pPr indent="0" lvl="0" marL="0" marR="0" rtl="0" algn="l">
              <a:spcBef>
                <a:spcPts val="0"/>
              </a:spcBef>
              <a:spcAft>
                <a:spcPts val="0"/>
              </a:spcAft>
              <a:buNone/>
            </a:pPr>
            <a:r>
              <a:rPr lang="en-IN" sz="1800">
                <a:solidFill>
                  <a:srgbClr val="FFD338"/>
                </a:solidFill>
                <a:latin typeface="Baumans"/>
                <a:ea typeface="Baumans"/>
                <a:cs typeface="Baumans"/>
                <a:sym typeface="Baumans"/>
              </a:rPr>
              <a:t> ORDER BY avg_rating DESC;</a:t>
            </a:r>
            <a:br>
              <a:rPr lang="en-IN" sz="1800">
                <a:solidFill>
                  <a:srgbClr val="FFD338"/>
                </a:solidFill>
                <a:latin typeface="Baumans"/>
                <a:ea typeface="Baumans"/>
                <a:cs typeface="Baumans"/>
                <a:sym typeface="Baumans"/>
              </a:rPr>
            </a:br>
            <a:endParaRPr sz="1800">
              <a:solidFill>
                <a:srgbClr val="FFD338"/>
              </a:solidFill>
              <a:latin typeface="Baumans"/>
              <a:ea typeface="Baumans"/>
              <a:cs typeface="Baumans"/>
              <a:sym typeface="Baumans"/>
            </a:endParaRPr>
          </a:p>
        </p:txBody>
      </p:sp>
      <p:sp>
        <p:nvSpPr>
          <p:cNvPr id="233" name="Google Shape;233;p11"/>
          <p:cNvSpPr txBox="1"/>
          <p:nvPr/>
        </p:nvSpPr>
        <p:spPr>
          <a:xfrm>
            <a:off x="1054766" y="3381744"/>
            <a:ext cx="89159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aumans"/>
                <a:ea typeface="Baumans"/>
                <a:cs typeface="Baumans"/>
                <a:sym typeface="Baumans"/>
              </a:rPr>
              <a:t>Result:</a:t>
            </a:r>
            <a:endParaRPr sz="1800">
              <a:solidFill>
                <a:schemeClr val="dk1"/>
              </a:solidFill>
              <a:latin typeface="Baumans"/>
              <a:ea typeface="Baumans"/>
              <a:cs typeface="Baumans"/>
              <a:sym typeface="Baumans"/>
            </a:endParaRPr>
          </a:p>
        </p:txBody>
      </p:sp>
      <p:pic>
        <p:nvPicPr>
          <p:cNvPr id="234" name="Google Shape;234;p11"/>
          <p:cNvPicPr preferRelativeResize="0"/>
          <p:nvPr/>
        </p:nvPicPr>
        <p:blipFill rotWithShape="1">
          <a:blip r:embed="rId3">
            <a:alphaModFix/>
          </a:blip>
          <a:srcRect b="0" l="0" r="0" t="0"/>
          <a:stretch/>
        </p:blipFill>
        <p:spPr>
          <a:xfrm>
            <a:off x="2349192" y="3760220"/>
            <a:ext cx="2010201" cy="2308324"/>
          </a:xfrm>
          <a:prstGeom prst="rect">
            <a:avLst/>
          </a:prstGeom>
          <a:noFill/>
          <a:ln>
            <a:noFill/>
          </a:ln>
        </p:spPr>
      </p:pic>
      <p:sp>
        <p:nvSpPr>
          <p:cNvPr id="235" name="Google Shape;235;p11"/>
          <p:cNvSpPr txBox="1"/>
          <p:nvPr/>
        </p:nvSpPr>
        <p:spPr>
          <a:xfrm>
            <a:off x="11430000" y="6442948"/>
            <a:ext cx="4058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Arial"/>
                <a:ea typeface="Arial"/>
                <a:cs typeface="Arial"/>
                <a:sym typeface="Arial"/>
              </a:rPr>
              <a:t>10</a:t>
            </a:r>
            <a:endParaRPr sz="1800">
              <a:solidFill>
                <a:schemeClr val="lt1"/>
              </a:solidFill>
              <a:latin typeface="Arial"/>
              <a:ea typeface="Arial"/>
              <a:cs typeface="Arial"/>
              <a:sym typeface="Arial"/>
            </a:endParaRPr>
          </a:p>
        </p:txBody>
      </p:sp>
      <p:sp>
        <p:nvSpPr>
          <p:cNvPr id="236" name="Google Shape;236;p11"/>
          <p:cNvSpPr txBox="1"/>
          <p:nvPr/>
        </p:nvSpPr>
        <p:spPr>
          <a:xfrm>
            <a:off x="4473702" y="5781794"/>
            <a:ext cx="280492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rgbClr val="FFD338"/>
                </a:solidFill>
                <a:latin typeface="Baumans"/>
                <a:ea typeface="Baumans"/>
                <a:cs typeface="Baumans"/>
                <a:sym typeface="Baumans"/>
              </a:rPr>
              <a:t>NOTE: 11 Rows Returned</a:t>
            </a:r>
            <a:endParaRPr sz="1800">
              <a:solidFill>
                <a:srgbClr val="FFD338"/>
              </a:solidFill>
              <a:latin typeface="Baumans"/>
              <a:ea typeface="Baumans"/>
              <a:cs typeface="Baumans"/>
              <a:sym typeface="Baumans"/>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230"/>
                                        </p:tgtEl>
                                        <p:attrNameLst>
                                          <p:attrName>style.visibility</p:attrName>
                                        </p:attrNameLst>
                                      </p:cBhvr>
                                      <p:to>
                                        <p:strVal val="visible"/>
                                      </p:to>
                                    </p:set>
                                    <p:anim calcmode="lin" valueType="num">
                                      <p:cBhvr additive="base">
                                        <p:cTn dur="500"/>
                                        <p:tgtEl>
                                          <p:spTgt spid="230"/>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500"/>
                                        <p:tgtEl>
                                          <p:spTgt spid="23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2"/>
          <p:cNvSpPr txBox="1"/>
          <p:nvPr/>
        </p:nvSpPr>
        <p:spPr>
          <a:xfrm>
            <a:off x="4026027" y="528335"/>
            <a:ext cx="4140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2400"/>
              <a:buFont typeface="Arial"/>
              <a:buNone/>
            </a:pPr>
            <a:r>
              <a:rPr b="1" lang="en-IN" sz="2400">
                <a:solidFill>
                  <a:schemeClr val="lt1"/>
                </a:solidFill>
                <a:latin typeface="Arial"/>
                <a:ea typeface="Arial"/>
                <a:cs typeface="Arial"/>
                <a:sym typeface="Arial"/>
              </a:rPr>
              <a:t>3 Cars by Price Range</a:t>
            </a:r>
            <a:endParaRPr sz="2400">
              <a:solidFill>
                <a:schemeClr val="lt1"/>
              </a:solidFill>
              <a:latin typeface="Arial"/>
              <a:ea typeface="Arial"/>
              <a:cs typeface="Arial"/>
              <a:sym typeface="Arial"/>
            </a:endParaRPr>
          </a:p>
        </p:txBody>
      </p:sp>
      <p:sp>
        <p:nvSpPr>
          <p:cNvPr id="242" name="Google Shape;242;p12"/>
          <p:cNvSpPr txBox="1"/>
          <p:nvPr/>
        </p:nvSpPr>
        <p:spPr>
          <a:xfrm>
            <a:off x="998982" y="971302"/>
            <a:ext cx="8938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aumans"/>
                <a:ea typeface="Baumans"/>
                <a:cs typeface="Baumans"/>
                <a:sym typeface="Baumans"/>
              </a:rPr>
              <a:t>Query:</a:t>
            </a:r>
            <a:endParaRPr sz="1800">
              <a:solidFill>
                <a:schemeClr val="dk1"/>
              </a:solidFill>
              <a:latin typeface="Baumans"/>
              <a:ea typeface="Baumans"/>
              <a:cs typeface="Baumans"/>
              <a:sym typeface="Baumans"/>
            </a:endParaRPr>
          </a:p>
        </p:txBody>
      </p:sp>
      <p:sp>
        <p:nvSpPr>
          <p:cNvPr id="243" name="Google Shape;243;p12"/>
          <p:cNvSpPr txBox="1"/>
          <p:nvPr/>
        </p:nvSpPr>
        <p:spPr>
          <a:xfrm>
            <a:off x="1892808" y="1340634"/>
            <a:ext cx="6094500" cy="44790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SELECT </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CASE </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WHEN starting_price &lt; 1000000 THEN 'Budget (&lt; ₹10L)'</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WHEN starting_price BETWEEN 1000000 AND 2000000 THEN 'Mid-Range (₹10L–₹20L)'</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ELSE 'Premium (&gt; ₹20L)'</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END AS price_category,</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COUNT(*) AS car_count</a:t>
            </a:r>
            <a:endParaRPr sz="1800">
              <a:solidFill>
                <a:srgbClr val="FFD338"/>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FROM Cars</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GROUP BY price_category</a:t>
            </a:r>
            <a:endParaRPr sz="1800">
              <a:solidFill>
                <a:srgbClr val="FFD338"/>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ORDER BY car_count DESC;</a:t>
            </a:r>
            <a:endParaRPr>
              <a:solidFill>
                <a:srgbClr val="FFD338"/>
              </a:solidFill>
            </a:endParaRPr>
          </a:p>
        </p:txBody>
      </p:sp>
      <p:pic>
        <p:nvPicPr>
          <p:cNvPr id="244" name="Google Shape;244;p12"/>
          <p:cNvPicPr preferRelativeResize="0"/>
          <p:nvPr/>
        </p:nvPicPr>
        <p:blipFill rotWithShape="1">
          <a:blip r:embed="rId3">
            <a:alphaModFix amt="85000"/>
          </a:blip>
          <a:srcRect b="0" l="0" r="0" t="0"/>
          <a:stretch/>
        </p:blipFill>
        <p:spPr>
          <a:xfrm>
            <a:off x="6751792" y="3902116"/>
            <a:ext cx="4626201" cy="1615250"/>
          </a:xfrm>
          <a:prstGeom prst="rect">
            <a:avLst/>
          </a:prstGeom>
          <a:noFill/>
          <a:ln>
            <a:noFill/>
          </a:ln>
        </p:spPr>
      </p:pic>
      <p:sp>
        <p:nvSpPr>
          <p:cNvPr id="245" name="Google Shape;245;p12"/>
          <p:cNvSpPr txBox="1"/>
          <p:nvPr/>
        </p:nvSpPr>
        <p:spPr>
          <a:xfrm>
            <a:off x="6751792" y="3429000"/>
            <a:ext cx="109537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aumans"/>
                <a:ea typeface="Baumans"/>
                <a:cs typeface="Baumans"/>
                <a:sym typeface="Baumans"/>
              </a:rPr>
              <a:t>Result:</a:t>
            </a:r>
            <a:endParaRPr sz="1800">
              <a:solidFill>
                <a:schemeClr val="dk1"/>
              </a:solidFill>
              <a:latin typeface="Baumans"/>
              <a:ea typeface="Baumans"/>
              <a:cs typeface="Baumans"/>
              <a:sym typeface="Baumans"/>
            </a:endParaRPr>
          </a:p>
        </p:txBody>
      </p:sp>
      <p:sp>
        <p:nvSpPr>
          <p:cNvPr id="246" name="Google Shape;246;p12"/>
          <p:cNvSpPr txBox="1"/>
          <p:nvPr/>
        </p:nvSpPr>
        <p:spPr>
          <a:xfrm>
            <a:off x="11377993" y="6433804"/>
            <a:ext cx="3629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Arial"/>
                <a:ea typeface="Arial"/>
                <a:cs typeface="Arial"/>
                <a:sym typeface="Arial"/>
              </a:rPr>
              <a:t>11</a:t>
            </a:r>
            <a:endParaRPr sz="1800">
              <a:solidFill>
                <a:schemeClr val="lt1"/>
              </a:solidFill>
              <a:latin typeface="Arial"/>
              <a:ea typeface="Arial"/>
              <a:cs typeface="Arial"/>
              <a:sym typeface="Arial"/>
            </a:endParaRPr>
          </a:p>
        </p:txBody>
      </p:sp>
      <p:sp>
        <p:nvSpPr>
          <p:cNvPr id="247" name="Google Shape;247;p12"/>
          <p:cNvSpPr txBox="1"/>
          <p:nvPr/>
        </p:nvSpPr>
        <p:spPr>
          <a:xfrm>
            <a:off x="7708151" y="5652141"/>
            <a:ext cx="27134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aumans"/>
                <a:ea typeface="Baumans"/>
                <a:cs typeface="Baumans"/>
                <a:sym typeface="Baumans"/>
              </a:rPr>
              <a:t>NOTE: 3 Rows Returned</a:t>
            </a:r>
            <a:endParaRPr sz="1800">
              <a:solidFill>
                <a:schemeClr val="dk1"/>
              </a:solidFill>
              <a:latin typeface="Baumans"/>
              <a:ea typeface="Baumans"/>
              <a:cs typeface="Baumans"/>
              <a:sym typeface="Baumans"/>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241"/>
                                        </p:tgtEl>
                                        <p:attrNameLst>
                                          <p:attrName>style.visibility</p:attrName>
                                        </p:attrNameLst>
                                      </p:cBhvr>
                                      <p:to>
                                        <p:strVal val="visible"/>
                                      </p:to>
                                    </p:set>
                                    <p:anim calcmode="lin" valueType="num">
                                      <p:cBhvr additive="base">
                                        <p:cTn dur="500"/>
                                        <p:tgtEl>
                                          <p:spTgt spid="241"/>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3"/>
          <p:cNvSpPr txBox="1"/>
          <p:nvPr/>
        </p:nvSpPr>
        <p:spPr>
          <a:xfrm>
            <a:off x="1836324" y="401815"/>
            <a:ext cx="8519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2400"/>
              <a:buFont typeface="Arial"/>
              <a:buNone/>
            </a:pPr>
            <a:r>
              <a:rPr b="1" lang="en-IN" sz="2400">
                <a:solidFill>
                  <a:schemeClr val="lt1"/>
                </a:solidFill>
                <a:latin typeface="Arial"/>
                <a:ea typeface="Arial"/>
                <a:cs typeface="Arial"/>
                <a:sym typeface="Arial"/>
              </a:rPr>
              <a:t>4 Highest and Lowest Priced Cars per Fuel Type</a:t>
            </a:r>
            <a:endParaRPr sz="2400">
              <a:solidFill>
                <a:schemeClr val="lt1"/>
              </a:solidFill>
              <a:latin typeface="Arial"/>
              <a:ea typeface="Arial"/>
              <a:cs typeface="Arial"/>
              <a:sym typeface="Arial"/>
            </a:endParaRPr>
          </a:p>
        </p:txBody>
      </p:sp>
      <p:sp>
        <p:nvSpPr>
          <p:cNvPr id="253" name="Google Shape;253;p13"/>
          <p:cNvSpPr txBox="1"/>
          <p:nvPr/>
        </p:nvSpPr>
        <p:spPr>
          <a:xfrm>
            <a:off x="1531048" y="1164306"/>
            <a:ext cx="97612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aumans"/>
                <a:ea typeface="Baumans"/>
                <a:cs typeface="Baumans"/>
                <a:sym typeface="Baumans"/>
              </a:rPr>
              <a:t>Query:</a:t>
            </a:r>
            <a:endParaRPr sz="1800">
              <a:solidFill>
                <a:schemeClr val="dk1"/>
              </a:solidFill>
              <a:latin typeface="Baumans"/>
              <a:ea typeface="Baumans"/>
              <a:cs typeface="Baumans"/>
              <a:sym typeface="Baumans"/>
            </a:endParaRPr>
          </a:p>
        </p:txBody>
      </p:sp>
      <p:sp>
        <p:nvSpPr>
          <p:cNvPr id="254" name="Google Shape;254;p13"/>
          <p:cNvSpPr txBox="1"/>
          <p:nvPr/>
        </p:nvSpPr>
        <p:spPr>
          <a:xfrm>
            <a:off x="2019109" y="1704356"/>
            <a:ext cx="5526900" cy="2896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SELECT </a:t>
            </a:r>
            <a:endParaRPr>
              <a:solidFill>
                <a:srgbClr val="FFFF00"/>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    f.fuel_type,</a:t>
            </a:r>
            <a:endParaRPr>
              <a:solidFill>
                <a:srgbClr val="FFFF00"/>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    MAX(c.starting_price) AS highest_price,</a:t>
            </a:r>
            <a:endParaRPr>
              <a:solidFill>
                <a:srgbClr val="FFFF00"/>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    MIN(c.starting_price) AS lowest_price</a:t>
            </a:r>
            <a:endParaRPr sz="1800">
              <a:solidFill>
                <a:srgbClr val="FFFF00"/>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 FROM Cars c</a:t>
            </a:r>
            <a:endParaRPr>
              <a:solidFill>
                <a:srgbClr val="FFFF00"/>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 JOIN FuelType f ON c.fuel_type_id = f.fuel_type_id</a:t>
            </a:r>
            <a:endParaRPr sz="1800">
              <a:solidFill>
                <a:srgbClr val="FFFF00"/>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 GROUP BY f.fuel_type;</a:t>
            </a:r>
            <a:endParaRPr>
              <a:solidFill>
                <a:srgbClr val="FFFF00"/>
              </a:solidFill>
            </a:endParaRPr>
          </a:p>
        </p:txBody>
      </p:sp>
      <p:pic>
        <p:nvPicPr>
          <p:cNvPr id="255" name="Google Shape;255;p13"/>
          <p:cNvPicPr preferRelativeResize="0"/>
          <p:nvPr/>
        </p:nvPicPr>
        <p:blipFill rotWithShape="1">
          <a:blip r:embed="rId3">
            <a:alphaModFix/>
          </a:blip>
          <a:srcRect b="0" l="0" r="0" t="0"/>
          <a:stretch/>
        </p:blipFill>
        <p:spPr>
          <a:xfrm>
            <a:off x="7685208" y="1893273"/>
            <a:ext cx="4066604" cy="1535727"/>
          </a:xfrm>
          <a:prstGeom prst="rect">
            <a:avLst/>
          </a:prstGeom>
          <a:noFill/>
          <a:ln>
            <a:noFill/>
          </a:ln>
        </p:spPr>
      </p:pic>
      <p:sp>
        <p:nvSpPr>
          <p:cNvPr id="256" name="Google Shape;256;p13"/>
          <p:cNvSpPr txBox="1"/>
          <p:nvPr/>
        </p:nvSpPr>
        <p:spPr>
          <a:xfrm>
            <a:off x="7546086" y="1329452"/>
            <a:ext cx="101546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rgbClr val="FFFF00"/>
                </a:solidFill>
                <a:latin typeface="Baumans"/>
                <a:ea typeface="Baumans"/>
                <a:cs typeface="Baumans"/>
                <a:sym typeface="Baumans"/>
              </a:rPr>
              <a:t>Result :</a:t>
            </a:r>
            <a:endParaRPr sz="1800">
              <a:solidFill>
                <a:srgbClr val="FFFF00"/>
              </a:solidFill>
              <a:latin typeface="Baumans"/>
              <a:ea typeface="Baumans"/>
              <a:cs typeface="Baumans"/>
              <a:sym typeface="Baumans"/>
            </a:endParaRPr>
          </a:p>
        </p:txBody>
      </p:sp>
      <p:sp>
        <p:nvSpPr>
          <p:cNvPr id="257" name="Google Shape;257;p13"/>
          <p:cNvSpPr txBox="1"/>
          <p:nvPr/>
        </p:nvSpPr>
        <p:spPr>
          <a:xfrm>
            <a:off x="11548872" y="6442948"/>
            <a:ext cx="4058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Arial"/>
                <a:ea typeface="Arial"/>
                <a:cs typeface="Arial"/>
                <a:sym typeface="Arial"/>
              </a:rPr>
              <a:t>12</a:t>
            </a:r>
            <a:endParaRPr sz="1800">
              <a:solidFill>
                <a:schemeClr val="lt1"/>
              </a:solidFill>
              <a:latin typeface="Arial"/>
              <a:ea typeface="Arial"/>
              <a:cs typeface="Arial"/>
              <a:sym typeface="Arial"/>
            </a:endParaRPr>
          </a:p>
        </p:txBody>
      </p:sp>
      <p:sp>
        <p:nvSpPr>
          <p:cNvPr id="258" name="Google Shape;258;p13"/>
          <p:cNvSpPr txBox="1"/>
          <p:nvPr/>
        </p:nvSpPr>
        <p:spPr>
          <a:xfrm>
            <a:off x="8053816" y="3623489"/>
            <a:ext cx="26128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aumans"/>
                <a:ea typeface="Baumans"/>
                <a:cs typeface="Baumans"/>
                <a:sym typeface="Baumans"/>
              </a:rPr>
              <a:t>NOTE: 4 Rows Returned</a:t>
            </a:r>
            <a:endParaRPr sz="1800">
              <a:solidFill>
                <a:schemeClr val="dk1"/>
              </a:solidFill>
              <a:latin typeface="Baumans"/>
              <a:ea typeface="Baumans"/>
              <a:cs typeface="Baumans"/>
              <a:sym typeface="Baumans"/>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252"/>
                                        </p:tgtEl>
                                        <p:attrNameLst>
                                          <p:attrName>style.visibility</p:attrName>
                                        </p:attrNameLst>
                                      </p:cBhvr>
                                      <p:to>
                                        <p:strVal val="visible"/>
                                      </p:to>
                                    </p:set>
                                    <p:anim calcmode="lin" valueType="num">
                                      <p:cBhvr additive="base">
                                        <p:cTn dur="500"/>
                                        <p:tgtEl>
                                          <p:spTgt spid="252"/>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500"/>
                                        <p:tgtEl>
                                          <p:spTgt spid="25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500"/>
                                        <p:tgtEl>
                                          <p:spTgt spid="25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4"/>
          <p:cNvSpPr txBox="1"/>
          <p:nvPr/>
        </p:nvSpPr>
        <p:spPr>
          <a:xfrm>
            <a:off x="1893379" y="370849"/>
            <a:ext cx="8405242" cy="472437"/>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2400"/>
              <a:buFont typeface="Arial"/>
              <a:buNone/>
            </a:pPr>
            <a:r>
              <a:rPr b="1" lang="en-IN" sz="2400">
                <a:solidFill>
                  <a:schemeClr val="dk1"/>
                </a:solidFill>
                <a:latin typeface="Arial"/>
                <a:ea typeface="Arial"/>
                <a:cs typeface="Arial"/>
                <a:sym typeface="Arial"/>
              </a:rPr>
              <a:t>5 Average Starting Price by Transmission Type</a:t>
            </a:r>
            <a:endParaRPr sz="2400">
              <a:solidFill>
                <a:schemeClr val="dk1"/>
              </a:solidFill>
              <a:latin typeface="Arial"/>
              <a:ea typeface="Arial"/>
              <a:cs typeface="Arial"/>
              <a:sym typeface="Arial"/>
            </a:endParaRPr>
          </a:p>
        </p:txBody>
      </p:sp>
      <p:sp>
        <p:nvSpPr>
          <p:cNvPr id="264" name="Google Shape;264;p14"/>
          <p:cNvSpPr txBox="1"/>
          <p:nvPr/>
        </p:nvSpPr>
        <p:spPr>
          <a:xfrm>
            <a:off x="1370838" y="1136551"/>
            <a:ext cx="91211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aumans"/>
                <a:ea typeface="Baumans"/>
                <a:cs typeface="Baumans"/>
                <a:sym typeface="Baumans"/>
              </a:rPr>
              <a:t>Query:</a:t>
            </a:r>
            <a:endParaRPr sz="1800">
              <a:solidFill>
                <a:schemeClr val="dk1"/>
              </a:solidFill>
              <a:latin typeface="Baumans"/>
              <a:ea typeface="Baumans"/>
              <a:cs typeface="Baumans"/>
              <a:sym typeface="Baumans"/>
            </a:endParaRPr>
          </a:p>
        </p:txBody>
      </p:sp>
      <p:sp>
        <p:nvSpPr>
          <p:cNvPr id="265" name="Google Shape;265;p14"/>
          <p:cNvSpPr txBox="1"/>
          <p:nvPr/>
        </p:nvSpPr>
        <p:spPr>
          <a:xfrm>
            <a:off x="1826895" y="1586415"/>
            <a:ext cx="5921400" cy="32154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SELECT </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t.transmission_type,</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ROUND(AVG(c.starting_price), 2) AS avg_starting_price</a:t>
            </a:r>
            <a:endParaRPr sz="1800">
              <a:solidFill>
                <a:srgbClr val="FFD338"/>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FROM Cars c</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JOIN Transmission t ON c.transmission_id = t.transmission_id</a:t>
            </a:r>
            <a:endParaRPr sz="1800">
              <a:solidFill>
                <a:srgbClr val="FFD338"/>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GROUP BY t.transmission_type</a:t>
            </a:r>
            <a:endParaRPr sz="1800">
              <a:solidFill>
                <a:srgbClr val="FFD338"/>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ORDER BY avg_starting_price DESC;</a:t>
            </a:r>
            <a:endParaRPr>
              <a:solidFill>
                <a:srgbClr val="FFD338"/>
              </a:solidFill>
            </a:endParaRPr>
          </a:p>
        </p:txBody>
      </p:sp>
      <p:sp>
        <p:nvSpPr>
          <p:cNvPr id="266" name="Google Shape;266;p14"/>
          <p:cNvSpPr txBox="1"/>
          <p:nvPr/>
        </p:nvSpPr>
        <p:spPr>
          <a:xfrm>
            <a:off x="8062722" y="2340030"/>
            <a:ext cx="16683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rgbClr val="FFD338"/>
                </a:solidFill>
                <a:latin typeface="Baumans"/>
                <a:ea typeface="Baumans"/>
                <a:cs typeface="Baumans"/>
                <a:sym typeface="Baumans"/>
              </a:rPr>
              <a:t>Result :</a:t>
            </a:r>
            <a:endParaRPr sz="1800">
              <a:solidFill>
                <a:srgbClr val="FFD338"/>
              </a:solidFill>
              <a:latin typeface="Baumans"/>
              <a:ea typeface="Baumans"/>
              <a:cs typeface="Baumans"/>
              <a:sym typeface="Baumans"/>
            </a:endParaRPr>
          </a:p>
        </p:txBody>
      </p:sp>
      <p:pic>
        <p:nvPicPr>
          <p:cNvPr id="267" name="Google Shape;267;p14"/>
          <p:cNvPicPr preferRelativeResize="0"/>
          <p:nvPr/>
        </p:nvPicPr>
        <p:blipFill rotWithShape="1">
          <a:blip r:embed="rId3">
            <a:alphaModFix amt="85000"/>
          </a:blip>
          <a:srcRect b="0" l="0" r="0" t="0"/>
          <a:stretch/>
        </p:blipFill>
        <p:spPr>
          <a:xfrm>
            <a:off x="8062722" y="2947987"/>
            <a:ext cx="3105150" cy="962025"/>
          </a:xfrm>
          <a:prstGeom prst="rect">
            <a:avLst/>
          </a:prstGeom>
          <a:noFill/>
          <a:ln>
            <a:noFill/>
          </a:ln>
        </p:spPr>
      </p:pic>
      <p:sp>
        <p:nvSpPr>
          <p:cNvPr id="268" name="Google Shape;268;p14"/>
          <p:cNvSpPr txBox="1"/>
          <p:nvPr/>
        </p:nvSpPr>
        <p:spPr>
          <a:xfrm>
            <a:off x="11612880" y="6433804"/>
            <a:ext cx="4090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Arial"/>
                <a:ea typeface="Arial"/>
                <a:cs typeface="Arial"/>
                <a:sym typeface="Arial"/>
              </a:rPr>
              <a:t>13</a:t>
            </a:r>
            <a:endParaRPr sz="1800">
              <a:solidFill>
                <a:schemeClr val="lt1"/>
              </a:solidFill>
              <a:latin typeface="Arial"/>
              <a:ea typeface="Arial"/>
              <a:cs typeface="Arial"/>
              <a:sym typeface="Arial"/>
            </a:endParaRPr>
          </a:p>
        </p:txBody>
      </p:sp>
      <p:sp>
        <p:nvSpPr>
          <p:cNvPr id="269" name="Google Shape;269;p14"/>
          <p:cNvSpPr txBox="1"/>
          <p:nvPr/>
        </p:nvSpPr>
        <p:spPr>
          <a:xfrm>
            <a:off x="8299704" y="4148637"/>
            <a:ext cx="26311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aumans"/>
                <a:ea typeface="Baumans"/>
                <a:cs typeface="Baumans"/>
                <a:sym typeface="Baumans"/>
              </a:rPr>
              <a:t>NOTE: 4 Rows Returned</a:t>
            </a:r>
            <a:endParaRPr sz="1800">
              <a:solidFill>
                <a:schemeClr val="dk1"/>
              </a:solidFill>
              <a:latin typeface="Baumans"/>
              <a:ea typeface="Baumans"/>
              <a:cs typeface="Baumans"/>
              <a:sym typeface="Baumans"/>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263"/>
                                        </p:tgtEl>
                                        <p:attrNameLst>
                                          <p:attrName>style.visibility</p:attrName>
                                        </p:attrNameLst>
                                      </p:cBhvr>
                                      <p:to>
                                        <p:strVal val="visible"/>
                                      </p:to>
                                    </p:set>
                                    <p:anim calcmode="lin" valueType="num">
                                      <p:cBhvr additive="base">
                                        <p:cTn dur="500"/>
                                        <p:tgtEl>
                                          <p:spTgt spid="263"/>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500"/>
                                        <p:tgtEl>
                                          <p:spTgt spid="26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500"/>
                                        <p:tgtEl>
                                          <p:spTgt spid="26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500"/>
                                        <p:tgtEl>
                                          <p:spTgt spid="267"/>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500"/>
                                        <p:tgtEl>
                                          <p:spTgt spid="2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5"/>
          <p:cNvSpPr txBox="1"/>
          <p:nvPr/>
        </p:nvSpPr>
        <p:spPr>
          <a:xfrm>
            <a:off x="3842224" y="646772"/>
            <a:ext cx="4507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2400"/>
              <a:buFont typeface="Arial"/>
              <a:buNone/>
            </a:pPr>
            <a:r>
              <a:rPr b="1" lang="en-IN" sz="2400">
                <a:solidFill>
                  <a:schemeClr val="lt1"/>
                </a:solidFill>
                <a:latin typeface="Arial"/>
                <a:ea typeface="Arial"/>
                <a:cs typeface="Arial"/>
                <a:sym typeface="Arial"/>
              </a:rPr>
              <a:t>6 Most Powerful Engines</a:t>
            </a:r>
            <a:endParaRPr sz="2400">
              <a:solidFill>
                <a:schemeClr val="lt1"/>
              </a:solidFill>
              <a:latin typeface="Arial"/>
              <a:ea typeface="Arial"/>
              <a:cs typeface="Arial"/>
              <a:sym typeface="Arial"/>
            </a:endParaRPr>
          </a:p>
        </p:txBody>
      </p:sp>
      <p:sp>
        <p:nvSpPr>
          <p:cNvPr id="275" name="Google Shape;275;p15"/>
          <p:cNvSpPr txBox="1"/>
          <p:nvPr/>
        </p:nvSpPr>
        <p:spPr>
          <a:xfrm>
            <a:off x="1807463" y="1545133"/>
            <a:ext cx="99461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Baumans"/>
                <a:ea typeface="Baumans"/>
                <a:cs typeface="Baumans"/>
                <a:sym typeface="Baumans"/>
              </a:rPr>
              <a:t>Query:</a:t>
            </a:r>
            <a:endParaRPr sz="1800">
              <a:solidFill>
                <a:schemeClr val="lt1"/>
              </a:solidFill>
              <a:latin typeface="Baumans"/>
              <a:ea typeface="Baumans"/>
              <a:cs typeface="Baumans"/>
              <a:sym typeface="Baumans"/>
            </a:endParaRPr>
          </a:p>
        </p:txBody>
      </p:sp>
      <p:sp>
        <p:nvSpPr>
          <p:cNvPr id="276" name="Google Shape;276;p15"/>
          <p:cNvSpPr txBox="1"/>
          <p:nvPr/>
        </p:nvSpPr>
        <p:spPr>
          <a:xfrm>
            <a:off x="2518610" y="2079225"/>
            <a:ext cx="4321200" cy="32154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SELECT </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c.car_name,</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e.max_power_bhp</a:t>
            </a:r>
            <a:endParaRPr sz="1800">
              <a:solidFill>
                <a:srgbClr val="FFD338"/>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FROM Cars c</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JOIN Engine e ON c.engine_id = e.engine_id</a:t>
            </a:r>
            <a:endParaRPr sz="1800">
              <a:solidFill>
                <a:srgbClr val="FFD338"/>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ORDER BY e.max_power_bhp DESC</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LIMIT 10;</a:t>
            </a:r>
            <a:endParaRPr>
              <a:solidFill>
                <a:srgbClr val="FFD338"/>
              </a:solidFill>
            </a:endParaRPr>
          </a:p>
        </p:txBody>
      </p:sp>
      <p:sp>
        <p:nvSpPr>
          <p:cNvPr id="277" name="Google Shape;277;p15"/>
          <p:cNvSpPr txBox="1"/>
          <p:nvPr/>
        </p:nvSpPr>
        <p:spPr>
          <a:xfrm>
            <a:off x="7976174" y="1709893"/>
            <a:ext cx="9852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rgbClr val="FFFF00"/>
                </a:solidFill>
                <a:latin typeface="Baumans"/>
                <a:ea typeface="Baumans"/>
                <a:cs typeface="Baumans"/>
                <a:sym typeface="Baumans"/>
              </a:rPr>
              <a:t>Result :</a:t>
            </a:r>
            <a:endParaRPr sz="1800">
              <a:solidFill>
                <a:srgbClr val="FFFF00"/>
              </a:solidFill>
              <a:latin typeface="Baumans"/>
              <a:ea typeface="Baumans"/>
              <a:cs typeface="Baumans"/>
              <a:sym typeface="Baumans"/>
            </a:endParaRPr>
          </a:p>
        </p:txBody>
      </p:sp>
      <p:pic>
        <p:nvPicPr>
          <p:cNvPr id="278" name="Google Shape;278;p15"/>
          <p:cNvPicPr preferRelativeResize="0"/>
          <p:nvPr/>
        </p:nvPicPr>
        <p:blipFill rotWithShape="1">
          <a:blip r:embed="rId3">
            <a:alphaModFix amt="85000"/>
          </a:blip>
          <a:srcRect b="0" l="0" r="0" t="0"/>
          <a:stretch/>
        </p:blipFill>
        <p:spPr>
          <a:xfrm>
            <a:off x="7976174" y="2333815"/>
            <a:ext cx="3276600" cy="2409825"/>
          </a:xfrm>
          <a:prstGeom prst="rect">
            <a:avLst/>
          </a:prstGeom>
          <a:noFill/>
          <a:ln>
            <a:noFill/>
          </a:ln>
        </p:spPr>
      </p:pic>
      <p:sp>
        <p:nvSpPr>
          <p:cNvPr id="279" name="Google Shape;279;p15"/>
          <p:cNvSpPr txBox="1"/>
          <p:nvPr/>
        </p:nvSpPr>
        <p:spPr>
          <a:xfrm>
            <a:off x="11494008" y="6433804"/>
            <a:ext cx="41229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Arial"/>
                <a:ea typeface="Arial"/>
                <a:cs typeface="Arial"/>
                <a:sym typeface="Arial"/>
              </a:rPr>
              <a:t>14</a:t>
            </a:r>
            <a:endParaRPr sz="1800">
              <a:solidFill>
                <a:schemeClr val="lt1"/>
              </a:solidFill>
              <a:latin typeface="Arial"/>
              <a:ea typeface="Arial"/>
              <a:cs typeface="Arial"/>
              <a:sym typeface="Arial"/>
            </a:endParaRPr>
          </a:p>
        </p:txBody>
      </p:sp>
      <p:sp>
        <p:nvSpPr>
          <p:cNvPr id="280" name="Google Shape;280;p15"/>
          <p:cNvSpPr txBox="1"/>
          <p:nvPr/>
        </p:nvSpPr>
        <p:spPr>
          <a:xfrm>
            <a:off x="8308024" y="4963441"/>
            <a:ext cx="280193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Baumans"/>
                <a:ea typeface="Baumans"/>
                <a:cs typeface="Baumans"/>
                <a:sym typeface="Baumans"/>
              </a:rPr>
              <a:t>NOTE: 10 Rows Returned</a:t>
            </a:r>
            <a:endParaRPr sz="1800">
              <a:solidFill>
                <a:schemeClr val="lt1"/>
              </a:solidFill>
              <a:latin typeface="Baumans"/>
              <a:ea typeface="Baumans"/>
              <a:cs typeface="Baumans"/>
              <a:sym typeface="Baumans"/>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274"/>
                                        </p:tgtEl>
                                        <p:attrNameLst>
                                          <p:attrName>style.visibility</p:attrName>
                                        </p:attrNameLst>
                                      </p:cBhvr>
                                      <p:to>
                                        <p:strVal val="visible"/>
                                      </p:to>
                                    </p:set>
                                    <p:anim calcmode="lin" valueType="num">
                                      <p:cBhvr additive="base">
                                        <p:cTn dur="500"/>
                                        <p:tgtEl>
                                          <p:spTgt spid="274"/>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500"/>
                                        <p:tgtEl>
                                          <p:spTgt spid="27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500"/>
                                        <p:tgtEl>
                                          <p:spTgt spid="27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500"/>
                                        <p:tgtEl>
                                          <p:spTgt spid="278"/>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500"/>
                                        <p:tgtEl>
                                          <p:spTgt spid="2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6"/>
          <p:cNvSpPr txBox="1"/>
          <p:nvPr/>
        </p:nvSpPr>
        <p:spPr>
          <a:xfrm>
            <a:off x="4135056" y="476365"/>
            <a:ext cx="40683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2400"/>
              <a:buFont typeface="Arial"/>
              <a:buNone/>
            </a:pPr>
            <a:r>
              <a:rPr b="1" lang="en-IN" sz="2400">
                <a:solidFill>
                  <a:schemeClr val="lt1"/>
                </a:solidFill>
                <a:latin typeface="Arial"/>
                <a:ea typeface="Arial"/>
                <a:cs typeface="Arial"/>
                <a:sym typeface="Arial"/>
              </a:rPr>
              <a:t>7 Fuel Efficiency Proxy</a:t>
            </a:r>
            <a:endParaRPr sz="2400">
              <a:solidFill>
                <a:schemeClr val="lt1"/>
              </a:solidFill>
              <a:latin typeface="Arial"/>
              <a:ea typeface="Arial"/>
              <a:cs typeface="Arial"/>
              <a:sym typeface="Arial"/>
            </a:endParaRPr>
          </a:p>
        </p:txBody>
      </p:sp>
      <p:sp>
        <p:nvSpPr>
          <p:cNvPr id="286" name="Google Shape;286;p16"/>
          <p:cNvSpPr txBox="1"/>
          <p:nvPr/>
        </p:nvSpPr>
        <p:spPr>
          <a:xfrm>
            <a:off x="1011555" y="1113782"/>
            <a:ext cx="90297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Baumans"/>
                <a:ea typeface="Baumans"/>
                <a:cs typeface="Baumans"/>
                <a:sym typeface="Baumans"/>
              </a:rPr>
              <a:t>Query:</a:t>
            </a:r>
            <a:endParaRPr sz="1800">
              <a:solidFill>
                <a:schemeClr val="lt1"/>
              </a:solidFill>
              <a:latin typeface="Baumans"/>
              <a:ea typeface="Baumans"/>
              <a:cs typeface="Baumans"/>
              <a:sym typeface="Baumans"/>
            </a:endParaRPr>
          </a:p>
        </p:txBody>
      </p:sp>
      <p:sp>
        <p:nvSpPr>
          <p:cNvPr id="287" name="Google Shape;287;p16"/>
          <p:cNvSpPr txBox="1"/>
          <p:nvPr/>
        </p:nvSpPr>
        <p:spPr>
          <a:xfrm>
            <a:off x="8336534" y="1298448"/>
            <a:ext cx="10126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Baumans"/>
                <a:ea typeface="Baumans"/>
                <a:cs typeface="Baumans"/>
                <a:sym typeface="Baumans"/>
              </a:rPr>
              <a:t>Result :</a:t>
            </a:r>
            <a:endParaRPr sz="1800">
              <a:solidFill>
                <a:schemeClr val="lt1"/>
              </a:solidFill>
              <a:latin typeface="Libre Franklin"/>
              <a:ea typeface="Libre Franklin"/>
              <a:cs typeface="Libre Franklin"/>
              <a:sym typeface="Libre Franklin"/>
            </a:endParaRPr>
          </a:p>
        </p:txBody>
      </p:sp>
      <p:sp>
        <p:nvSpPr>
          <p:cNvPr id="288" name="Google Shape;288;p16"/>
          <p:cNvSpPr txBox="1"/>
          <p:nvPr/>
        </p:nvSpPr>
        <p:spPr>
          <a:xfrm>
            <a:off x="1011555" y="1599653"/>
            <a:ext cx="5447400" cy="36366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SELECT </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c.car_name,</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c.fuel_tank_capacity,</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e.max_power_bhp,</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ROUND(c.fuel_tank_capacity / e.max_power_bhp, 2) AS tank_to_power_ratio</a:t>
            </a:r>
            <a:endParaRPr sz="1800">
              <a:solidFill>
                <a:srgbClr val="FFD338"/>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FROM Cars c</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JOIN Engine e ON c.engine_id = e.engine_id</a:t>
            </a:r>
            <a:endParaRPr sz="1800">
              <a:solidFill>
                <a:srgbClr val="FFD338"/>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ORDER BY tank_to_power_ratio DESC;</a:t>
            </a:r>
            <a:endParaRPr>
              <a:solidFill>
                <a:srgbClr val="FFD338"/>
              </a:solidFill>
            </a:endParaRPr>
          </a:p>
        </p:txBody>
      </p:sp>
      <p:pic>
        <p:nvPicPr>
          <p:cNvPr id="289" name="Google Shape;289;p16"/>
          <p:cNvPicPr preferRelativeResize="0"/>
          <p:nvPr/>
        </p:nvPicPr>
        <p:blipFill rotWithShape="1">
          <a:blip r:embed="rId3">
            <a:alphaModFix amt="85000"/>
          </a:blip>
          <a:srcRect b="0" l="0" r="0" t="0"/>
          <a:stretch/>
        </p:blipFill>
        <p:spPr>
          <a:xfrm>
            <a:off x="6169152" y="2085911"/>
            <a:ext cx="5731510" cy="2521585"/>
          </a:xfrm>
          <a:prstGeom prst="rect">
            <a:avLst/>
          </a:prstGeom>
          <a:noFill/>
          <a:ln>
            <a:noFill/>
          </a:ln>
        </p:spPr>
      </p:pic>
      <p:sp>
        <p:nvSpPr>
          <p:cNvPr id="290" name="Google Shape;290;p16"/>
          <p:cNvSpPr txBox="1"/>
          <p:nvPr/>
        </p:nvSpPr>
        <p:spPr>
          <a:xfrm>
            <a:off x="11488370" y="6424660"/>
            <a:ext cx="4058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Arial"/>
                <a:ea typeface="Arial"/>
                <a:cs typeface="Arial"/>
                <a:sym typeface="Arial"/>
              </a:rPr>
              <a:t>15</a:t>
            </a:r>
            <a:endParaRPr sz="1800">
              <a:solidFill>
                <a:schemeClr val="lt1"/>
              </a:solidFill>
              <a:latin typeface="Arial"/>
              <a:ea typeface="Arial"/>
              <a:cs typeface="Arial"/>
              <a:sym typeface="Arial"/>
            </a:endParaRPr>
          </a:p>
        </p:txBody>
      </p:sp>
      <p:sp>
        <p:nvSpPr>
          <p:cNvPr id="291" name="Google Shape;291;p16"/>
          <p:cNvSpPr txBox="1"/>
          <p:nvPr/>
        </p:nvSpPr>
        <p:spPr>
          <a:xfrm>
            <a:off x="7554722" y="4840961"/>
            <a:ext cx="289687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Baumans"/>
                <a:ea typeface="Baumans"/>
                <a:cs typeface="Baumans"/>
                <a:sym typeface="Baumans"/>
              </a:rPr>
              <a:t>NOTE: 203 Rows Returned</a:t>
            </a:r>
            <a:endParaRPr sz="1800">
              <a:solidFill>
                <a:schemeClr val="lt1"/>
              </a:solidFill>
              <a:latin typeface="Baumans"/>
              <a:ea typeface="Baumans"/>
              <a:cs typeface="Baumans"/>
              <a:sym typeface="Baumans"/>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285"/>
                                        </p:tgtEl>
                                        <p:attrNameLst>
                                          <p:attrName>style.visibility</p:attrName>
                                        </p:attrNameLst>
                                      </p:cBhvr>
                                      <p:to>
                                        <p:strVal val="visible"/>
                                      </p:to>
                                    </p:set>
                                    <p:anim calcmode="lin" valueType="num">
                                      <p:cBhvr additive="base">
                                        <p:cTn dur="500"/>
                                        <p:tgtEl>
                                          <p:spTgt spid="285"/>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500"/>
                                        <p:tgtEl>
                                          <p:spTgt spid="2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500"/>
                                        <p:tgtEl>
                                          <p:spTgt spid="28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500"/>
                                        <p:tgtEl>
                                          <p:spTgt spid="28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500"/>
                                        <p:tgtEl>
                                          <p:spTgt spid="289"/>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500"/>
                                        <p:tgtEl>
                                          <p:spTgt spid="2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7"/>
          <p:cNvSpPr txBox="1"/>
          <p:nvPr/>
        </p:nvSpPr>
        <p:spPr>
          <a:xfrm>
            <a:off x="2052320" y="425973"/>
            <a:ext cx="8087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2400"/>
              <a:buFont typeface="Arial"/>
              <a:buNone/>
            </a:pPr>
            <a:r>
              <a:rPr b="1" lang="en-IN" sz="2400">
                <a:solidFill>
                  <a:schemeClr val="lt1"/>
                </a:solidFill>
                <a:latin typeface="Arial"/>
                <a:ea typeface="Arial"/>
                <a:cs typeface="Arial"/>
                <a:sym typeface="Arial"/>
              </a:rPr>
              <a:t>8 Average Engine Displacement by Body Type</a:t>
            </a:r>
            <a:endParaRPr sz="2400">
              <a:solidFill>
                <a:schemeClr val="lt1"/>
              </a:solidFill>
              <a:latin typeface="Arial"/>
              <a:ea typeface="Arial"/>
              <a:cs typeface="Arial"/>
              <a:sym typeface="Arial"/>
            </a:endParaRPr>
          </a:p>
        </p:txBody>
      </p:sp>
      <p:sp>
        <p:nvSpPr>
          <p:cNvPr id="297" name="Google Shape;297;p17"/>
          <p:cNvSpPr txBox="1"/>
          <p:nvPr/>
        </p:nvSpPr>
        <p:spPr>
          <a:xfrm>
            <a:off x="1194435" y="1250942"/>
            <a:ext cx="90297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aumans"/>
                <a:ea typeface="Baumans"/>
                <a:cs typeface="Baumans"/>
                <a:sym typeface="Baumans"/>
              </a:rPr>
              <a:t>Query:</a:t>
            </a:r>
            <a:endParaRPr sz="1800">
              <a:solidFill>
                <a:schemeClr val="dk1"/>
              </a:solidFill>
              <a:latin typeface="Baumans"/>
              <a:ea typeface="Baumans"/>
              <a:cs typeface="Baumans"/>
              <a:sym typeface="Baumans"/>
            </a:endParaRPr>
          </a:p>
        </p:txBody>
      </p:sp>
      <p:sp>
        <p:nvSpPr>
          <p:cNvPr id="298" name="Google Shape;298;p17"/>
          <p:cNvSpPr txBox="1"/>
          <p:nvPr/>
        </p:nvSpPr>
        <p:spPr>
          <a:xfrm>
            <a:off x="8885174" y="1250942"/>
            <a:ext cx="10126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Baumans"/>
                <a:ea typeface="Baumans"/>
                <a:cs typeface="Baumans"/>
                <a:sym typeface="Baumans"/>
              </a:rPr>
              <a:t>Result :</a:t>
            </a:r>
            <a:endParaRPr sz="1800">
              <a:solidFill>
                <a:schemeClr val="lt1"/>
              </a:solidFill>
              <a:latin typeface="Libre Franklin"/>
              <a:ea typeface="Libre Franklin"/>
              <a:cs typeface="Libre Franklin"/>
              <a:sym typeface="Libre Franklin"/>
            </a:endParaRPr>
          </a:p>
        </p:txBody>
      </p:sp>
      <p:sp>
        <p:nvSpPr>
          <p:cNvPr id="299" name="Google Shape;299;p17"/>
          <p:cNvSpPr txBox="1"/>
          <p:nvPr/>
        </p:nvSpPr>
        <p:spPr>
          <a:xfrm>
            <a:off x="1194435" y="1773389"/>
            <a:ext cx="6094500" cy="36366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Baumans"/>
              <a:buNone/>
            </a:pPr>
            <a:r>
              <a:rPr lang="en-IN" sz="1800">
                <a:solidFill>
                  <a:schemeClr val="lt1"/>
                </a:solidFill>
                <a:latin typeface="Baumans"/>
                <a:ea typeface="Baumans"/>
                <a:cs typeface="Baumans"/>
                <a:sym typeface="Baumans"/>
              </a:rPr>
              <a:t>SELECT </a:t>
            </a:r>
            <a:endParaRPr>
              <a:solidFill>
                <a:schemeClr val="lt1"/>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chemeClr val="lt1"/>
                </a:solidFill>
                <a:latin typeface="Baumans"/>
                <a:ea typeface="Baumans"/>
                <a:cs typeface="Baumans"/>
                <a:sym typeface="Baumans"/>
              </a:rPr>
              <a:t>b.body_type,</a:t>
            </a:r>
            <a:endParaRPr>
              <a:solidFill>
                <a:schemeClr val="lt1"/>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chemeClr val="lt1"/>
                </a:solidFill>
                <a:latin typeface="Baumans"/>
                <a:ea typeface="Baumans"/>
                <a:cs typeface="Baumans"/>
                <a:sym typeface="Baumans"/>
              </a:rPr>
              <a:t> ROUND(AVG(e.engine_displacement), 2) AS avg_engine_displacement</a:t>
            </a:r>
            <a:endParaRPr sz="1800">
              <a:solidFill>
                <a:schemeClr val="lt1"/>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chemeClr val="lt1"/>
                </a:solidFill>
                <a:latin typeface="Baumans"/>
                <a:ea typeface="Baumans"/>
                <a:cs typeface="Baumans"/>
                <a:sym typeface="Baumans"/>
              </a:rPr>
              <a:t> FROM Cars c</a:t>
            </a:r>
            <a:endParaRPr>
              <a:solidFill>
                <a:schemeClr val="lt1"/>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chemeClr val="lt1"/>
                </a:solidFill>
                <a:latin typeface="Baumans"/>
                <a:ea typeface="Baumans"/>
                <a:cs typeface="Baumans"/>
                <a:sym typeface="Baumans"/>
              </a:rPr>
              <a:t> JOIN BodyType b ON c.body_type_id = b.body_type_id</a:t>
            </a:r>
            <a:endParaRPr sz="1800">
              <a:solidFill>
                <a:schemeClr val="lt1"/>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chemeClr val="lt1"/>
                </a:solidFill>
                <a:latin typeface="Baumans"/>
                <a:ea typeface="Baumans"/>
                <a:cs typeface="Baumans"/>
                <a:sym typeface="Baumans"/>
              </a:rPr>
              <a:t> JOIN Engine e ON c.engine_id = e.engine_id</a:t>
            </a:r>
            <a:endParaRPr sz="1800">
              <a:solidFill>
                <a:schemeClr val="lt1"/>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chemeClr val="lt1"/>
                </a:solidFill>
                <a:latin typeface="Baumans"/>
                <a:ea typeface="Baumans"/>
                <a:cs typeface="Baumans"/>
                <a:sym typeface="Baumans"/>
              </a:rPr>
              <a:t> GROUP BY b.body_type</a:t>
            </a:r>
            <a:endParaRPr sz="1800">
              <a:solidFill>
                <a:schemeClr val="lt1"/>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chemeClr val="lt1"/>
                </a:solidFill>
                <a:latin typeface="Baumans"/>
                <a:ea typeface="Baumans"/>
                <a:cs typeface="Baumans"/>
                <a:sym typeface="Baumans"/>
              </a:rPr>
              <a:t> ORDER BY avg_engine_displacement DESC;</a:t>
            </a:r>
            <a:endParaRPr>
              <a:solidFill>
                <a:schemeClr val="lt1"/>
              </a:solidFill>
            </a:endParaRPr>
          </a:p>
        </p:txBody>
      </p:sp>
      <p:pic>
        <p:nvPicPr>
          <p:cNvPr id="300" name="Google Shape;300;p17"/>
          <p:cNvPicPr preferRelativeResize="0"/>
          <p:nvPr/>
        </p:nvPicPr>
        <p:blipFill rotWithShape="1">
          <a:blip r:embed="rId3">
            <a:alphaModFix amt="85000"/>
          </a:blip>
          <a:srcRect b="0" l="0" r="0" t="0"/>
          <a:stretch/>
        </p:blipFill>
        <p:spPr>
          <a:xfrm>
            <a:off x="7789608" y="2209024"/>
            <a:ext cx="3552394" cy="2787424"/>
          </a:xfrm>
          <a:prstGeom prst="rect">
            <a:avLst/>
          </a:prstGeom>
          <a:noFill/>
          <a:ln>
            <a:noFill/>
          </a:ln>
        </p:spPr>
      </p:pic>
      <p:sp>
        <p:nvSpPr>
          <p:cNvPr id="301" name="Google Shape;301;p17"/>
          <p:cNvSpPr txBox="1"/>
          <p:nvPr/>
        </p:nvSpPr>
        <p:spPr>
          <a:xfrm>
            <a:off x="11475720" y="6437376"/>
            <a:ext cx="4058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Arial"/>
                <a:ea typeface="Arial"/>
                <a:cs typeface="Arial"/>
                <a:sym typeface="Arial"/>
              </a:rPr>
              <a:t>16</a:t>
            </a:r>
            <a:endParaRPr sz="1800">
              <a:solidFill>
                <a:schemeClr val="lt1"/>
              </a:solidFill>
              <a:latin typeface="Arial"/>
              <a:ea typeface="Arial"/>
              <a:cs typeface="Arial"/>
              <a:sym typeface="Arial"/>
            </a:endParaRPr>
          </a:p>
        </p:txBody>
      </p:sp>
      <p:sp>
        <p:nvSpPr>
          <p:cNvPr id="302" name="Google Shape;302;p17"/>
          <p:cNvSpPr txBox="1"/>
          <p:nvPr/>
        </p:nvSpPr>
        <p:spPr>
          <a:xfrm>
            <a:off x="8041424" y="5188981"/>
            <a:ext cx="30487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Baumans"/>
                <a:ea typeface="Baumans"/>
                <a:cs typeface="Baumans"/>
                <a:sym typeface="Baumans"/>
              </a:rPr>
              <a:t>NOTE: 11 Rows Returned</a:t>
            </a:r>
            <a:endParaRPr sz="1800">
              <a:solidFill>
                <a:schemeClr val="lt1"/>
              </a:solidFill>
              <a:latin typeface="Baumans"/>
              <a:ea typeface="Baumans"/>
              <a:cs typeface="Baumans"/>
              <a:sym typeface="Baumans"/>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500"/>
                                        <p:tgtEl>
                                          <p:spTgt spid="29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500"/>
                                        <p:tgtEl>
                                          <p:spTgt spid="29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8"/>
          <p:cNvSpPr txBox="1"/>
          <p:nvPr/>
        </p:nvSpPr>
        <p:spPr>
          <a:xfrm>
            <a:off x="3822763" y="508009"/>
            <a:ext cx="4546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2400"/>
              <a:buFont typeface="Arial"/>
              <a:buNone/>
            </a:pPr>
            <a:r>
              <a:rPr b="1" lang="en-IN" sz="2400">
                <a:solidFill>
                  <a:schemeClr val="lt1"/>
                </a:solidFill>
                <a:latin typeface="Arial"/>
                <a:ea typeface="Arial"/>
                <a:cs typeface="Arial"/>
                <a:sym typeface="Arial"/>
              </a:rPr>
              <a:t>9 Most Popular Fuel Type</a:t>
            </a:r>
            <a:endParaRPr sz="2400">
              <a:solidFill>
                <a:schemeClr val="lt1"/>
              </a:solidFill>
              <a:latin typeface="Arial"/>
              <a:ea typeface="Arial"/>
              <a:cs typeface="Arial"/>
              <a:sym typeface="Arial"/>
            </a:endParaRPr>
          </a:p>
        </p:txBody>
      </p:sp>
      <p:sp>
        <p:nvSpPr>
          <p:cNvPr id="308" name="Google Shape;308;p18"/>
          <p:cNvSpPr txBox="1"/>
          <p:nvPr/>
        </p:nvSpPr>
        <p:spPr>
          <a:xfrm>
            <a:off x="1752219" y="1468398"/>
            <a:ext cx="91783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aumans"/>
                <a:ea typeface="Baumans"/>
                <a:cs typeface="Baumans"/>
                <a:sym typeface="Baumans"/>
              </a:rPr>
              <a:t>Query:</a:t>
            </a:r>
            <a:endParaRPr sz="1800">
              <a:solidFill>
                <a:schemeClr val="dk1"/>
              </a:solidFill>
              <a:latin typeface="Baumans"/>
              <a:ea typeface="Baumans"/>
              <a:cs typeface="Baumans"/>
              <a:sym typeface="Baumans"/>
            </a:endParaRPr>
          </a:p>
        </p:txBody>
      </p:sp>
      <p:sp>
        <p:nvSpPr>
          <p:cNvPr id="309" name="Google Shape;309;p18"/>
          <p:cNvSpPr txBox="1"/>
          <p:nvPr/>
        </p:nvSpPr>
        <p:spPr>
          <a:xfrm>
            <a:off x="9427083" y="1468398"/>
            <a:ext cx="10126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Baumans"/>
                <a:ea typeface="Baumans"/>
                <a:cs typeface="Baumans"/>
                <a:sym typeface="Baumans"/>
              </a:rPr>
              <a:t>Result :</a:t>
            </a:r>
            <a:endParaRPr sz="1800">
              <a:solidFill>
                <a:schemeClr val="lt1"/>
              </a:solidFill>
              <a:latin typeface="Libre Franklin"/>
              <a:ea typeface="Libre Franklin"/>
              <a:cs typeface="Libre Franklin"/>
              <a:sym typeface="Libre Franklin"/>
            </a:endParaRPr>
          </a:p>
        </p:txBody>
      </p:sp>
      <p:sp>
        <p:nvSpPr>
          <p:cNvPr id="310" name="Google Shape;310;p18"/>
          <p:cNvSpPr txBox="1"/>
          <p:nvPr/>
        </p:nvSpPr>
        <p:spPr>
          <a:xfrm>
            <a:off x="1752219" y="2198098"/>
            <a:ext cx="5511600" cy="2896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SELECT </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f.fuel_type,</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COUNT(*) AS car_count</a:t>
            </a:r>
            <a:endParaRPr sz="1800">
              <a:solidFill>
                <a:srgbClr val="FFD338"/>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FROM Cars c</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JOIN FuelType f ON c.fuel_type_id = f.fuel_type_id</a:t>
            </a:r>
            <a:endParaRPr sz="1800">
              <a:solidFill>
                <a:srgbClr val="FFD338"/>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GROUP BY f.fuel_type</a:t>
            </a:r>
            <a:endParaRPr sz="1800">
              <a:solidFill>
                <a:srgbClr val="FFD338"/>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ORDER BY car_count DESC;</a:t>
            </a:r>
            <a:endParaRPr>
              <a:solidFill>
                <a:srgbClr val="FFD338"/>
              </a:solidFill>
            </a:endParaRPr>
          </a:p>
        </p:txBody>
      </p:sp>
      <p:pic>
        <p:nvPicPr>
          <p:cNvPr id="311" name="Google Shape;311;p18"/>
          <p:cNvPicPr preferRelativeResize="0"/>
          <p:nvPr/>
        </p:nvPicPr>
        <p:blipFill rotWithShape="1">
          <a:blip r:embed="rId3">
            <a:alphaModFix amt="85000"/>
          </a:blip>
          <a:srcRect b="0" l="0" r="0" t="0"/>
          <a:stretch/>
        </p:blipFill>
        <p:spPr>
          <a:xfrm>
            <a:off x="8188888" y="2565654"/>
            <a:ext cx="3489087" cy="1726692"/>
          </a:xfrm>
          <a:prstGeom prst="rect">
            <a:avLst/>
          </a:prstGeom>
          <a:noFill/>
          <a:ln>
            <a:noFill/>
          </a:ln>
        </p:spPr>
      </p:pic>
      <p:sp>
        <p:nvSpPr>
          <p:cNvPr id="312" name="Google Shape;312;p18"/>
          <p:cNvSpPr txBox="1"/>
          <p:nvPr/>
        </p:nvSpPr>
        <p:spPr>
          <a:xfrm>
            <a:off x="11439144" y="6424660"/>
            <a:ext cx="40748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Arial"/>
                <a:ea typeface="Arial"/>
                <a:cs typeface="Arial"/>
                <a:sym typeface="Arial"/>
              </a:rPr>
              <a:t>17</a:t>
            </a:r>
            <a:endParaRPr sz="1800">
              <a:solidFill>
                <a:schemeClr val="lt1"/>
              </a:solidFill>
              <a:latin typeface="Arial"/>
              <a:ea typeface="Arial"/>
              <a:cs typeface="Arial"/>
              <a:sym typeface="Arial"/>
            </a:endParaRPr>
          </a:p>
        </p:txBody>
      </p:sp>
      <p:sp>
        <p:nvSpPr>
          <p:cNvPr id="313" name="Google Shape;313;p18"/>
          <p:cNvSpPr txBox="1"/>
          <p:nvPr/>
        </p:nvSpPr>
        <p:spPr>
          <a:xfrm>
            <a:off x="8607360" y="4501634"/>
            <a:ext cx="265214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Baumans"/>
                <a:ea typeface="Baumans"/>
                <a:cs typeface="Baumans"/>
                <a:sym typeface="Baumans"/>
              </a:rPr>
              <a:t>NOTE: 4 Rows Returned </a:t>
            </a:r>
            <a:endParaRPr sz="1800">
              <a:solidFill>
                <a:schemeClr val="lt1"/>
              </a:solidFill>
              <a:latin typeface="Baumans"/>
              <a:ea typeface="Baumans"/>
              <a:cs typeface="Baumans"/>
              <a:sym typeface="Baumans"/>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307"/>
                                        </p:tgtEl>
                                        <p:attrNameLst>
                                          <p:attrName>style.visibility</p:attrName>
                                        </p:attrNameLst>
                                      </p:cBhvr>
                                      <p:to>
                                        <p:strVal val="visible"/>
                                      </p:to>
                                    </p:set>
                                    <p:anim calcmode="lin" valueType="num">
                                      <p:cBhvr additive="base">
                                        <p:cTn dur="500"/>
                                        <p:tgtEl>
                                          <p:spTgt spid="307"/>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500"/>
                                        <p:tgtEl>
                                          <p:spTgt spid="30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500"/>
                                        <p:tgtEl>
                                          <p:spTgt spid="31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500"/>
                                        <p:tgtEl>
                                          <p:spTgt spid="311"/>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500"/>
                                        <p:tgtEl>
                                          <p:spTgt spid="3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9"/>
          <p:cNvSpPr txBox="1"/>
          <p:nvPr/>
        </p:nvSpPr>
        <p:spPr>
          <a:xfrm>
            <a:off x="2397252" y="471433"/>
            <a:ext cx="7397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2400"/>
              <a:buFont typeface="Arial"/>
              <a:buNone/>
            </a:pPr>
            <a:r>
              <a:rPr b="1" lang="en-IN" sz="2400">
                <a:solidFill>
                  <a:schemeClr val="lt1"/>
                </a:solidFill>
                <a:latin typeface="Arial"/>
                <a:ea typeface="Arial"/>
                <a:cs typeface="Arial"/>
                <a:sym typeface="Arial"/>
              </a:rPr>
              <a:t>10 Transmission Preference by Body Type</a:t>
            </a:r>
            <a:endParaRPr sz="2400">
              <a:solidFill>
                <a:schemeClr val="lt1"/>
              </a:solidFill>
              <a:latin typeface="Arial"/>
              <a:ea typeface="Arial"/>
              <a:cs typeface="Arial"/>
              <a:sym typeface="Arial"/>
            </a:endParaRPr>
          </a:p>
        </p:txBody>
      </p:sp>
      <p:sp>
        <p:nvSpPr>
          <p:cNvPr id="319" name="Google Shape;319;p19"/>
          <p:cNvSpPr txBox="1"/>
          <p:nvPr/>
        </p:nvSpPr>
        <p:spPr>
          <a:xfrm>
            <a:off x="1752219" y="1468398"/>
            <a:ext cx="91783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aumans"/>
                <a:ea typeface="Baumans"/>
                <a:cs typeface="Baumans"/>
                <a:sym typeface="Baumans"/>
              </a:rPr>
              <a:t>Query:</a:t>
            </a:r>
            <a:endParaRPr sz="1800">
              <a:solidFill>
                <a:schemeClr val="dk1"/>
              </a:solidFill>
              <a:latin typeface="Baumans"/>
              <a:ea typeface="Baumans"/>
              <a:cs typeface="Baumans"/>
              <a:sym typeface="Baumans"/>
            </a:endParaRPr>
          </a:p>
        </p:txBody>
      </p:sp>
      <p:sp>
        <p:nvSpPr>
          <p:cNvPr id="320" name="Google Shape;320;p19"/>
          <p:cNvSpPr txBox="1"/>
          <p:nvPr/>
        </p:nvSpPr>
        <p:spPr>
          <a:xfrm>
            <a:off x="9427083" y="1468398"/>
            <a:ext cx="10126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Baumans"/>
                <a:ea typeface="Baumans"/>
                <a:cs typeface="Baumans"/>
                <a:sym typeface="Baumans"/>
              </a:rPr>
              <a:t>Result :</a:t>
            </a:r>
            <a:endParaRPr sz="1800">
              <a:solidFill>
                <a:schemeClr val="lt1"/>
              </a:solidFill>
              <a:latin typeface="Libre Franklin"/>
              <a:ea typeface="Libre Franklin"/>
              <a:cs typeface="Libre Franklin"/>
              <a:sym typeface="Libre Franklin"/>
            </a:endParaRPr>
          </a:p>
        </p:txBody>
      </p:sp>
      <p:sp>
        <p:nvSpPr>
          <p:cNvPr id="321" name="Google Shape;321;p19"/>
          <p:cNvSpPr txBox="1"/>
          <p:nvPr/>
        </p:nvSpPr>
        <p:spPr>
          <a:xfrm>
            <a:off x="1752219" y="1914117"/>
            <a:ext cx="6094500" cy="4057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SELECT </a:t>
            </a:r>
            <a:endParaRPr>
              <a:solidFill>
                <a:srgbClr val="FFFF00"/>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b.body_type,</a:t>
            </a:r>
            <a:endParaRPr>
              <a:solidFill>
                <a:srgbClr val="FFFF00"/>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 t.transmission_type,</a:t>
            </a:r>
            <a:endParaRPr>
              <a:solidFill>
                <a:srgbClr val="FFFF00"/>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 COUNT(*) AS car_count</a:t>
            </a:r>
            <a:endParaRPr sz="1800">
              <a:solidFill>
                <a:srgbClr val="FFFF00"/>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 FROM Cars c</a:t>
            </a:r>
            <a:endParaRPr>
              <a:solidFill>
                <a:srgbClr val="FFFF00"/>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 JOIN BodyType b ON c.body_type_id = b.body_type_id</a:t>
            </a:r>
            <a:endParaRPr sz="1800">
              <a:solidFill>
                <a:srgbClr val="FFFF00"/>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 JOIN Transmission t ON c.transmission_id = t.transmission_id</a:t>
            </a:r>
            <a:endParaRPr sz="1800">
              <a:solidFill>
                <a:srgbClr val="FFFF00"/>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 GROUP BY b.body_type, t.transmission_type</a:t>
            </a:r>
            <a:endParaRPr sz="1800">
              <a:solidFill>
                <a:srgbClr val="FFFF00"/>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 ORDER BY b.body_type, car_count DESC;</a:t>
            </a:r>
            <a:endParaRPr>
              <a:solidFill>
                <a:srgbClr val="FFFF00"/>
              </a:solidFill>
            </a:endParaRPr>
          </a:p>
        </p:txBody>
      </p:sp>
      <p:pic>
        <p:nvPicPr>
          <p:cNvPr id="322" name="Google Shape;322;p19"/>
          <p:cNvPicPr preferRelativeResize="0"/>
          <p:nvPr/>
        </p:nvPicPr>
        <p:blipFill rotWithShape="1">
          <a:blip r:embed="rId3">
            <a:alphaModFix amt="85000"/>
          </a:blip>
          <a:srcRect b="0" l="0" r="0" t="0"/>
          <a:stretch/>
        </p:blipFill>
        <p:spPr>
          <a:xfrm>
            <a:off x="8181154" y="2664299"/>
            <a:ext cx="3504555" cy="2575560"/>
          </a:xfrm>
          <a:prstGeom prst="rect">
            <a:avLst/>
          </a:prstGeom>
          <a:noFill/>
          <a:ln>
            <a:noFill/>
          </a:ln>
        </p:spPr>
      </p:pic>
      <p:sp>
        <p:nvSpPr>
          <p:cNvPr id="323" name="Google Shape;323;p19"/>
          <p:cNvSpPr txBox="1"/>
          <p:nvPr/>
        </p:nvSpPr>
        <p:spPr>
          <a:xfrm>
            <a:off x="11356773" y="6415516"/>
            <a:ext cx="4058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Arial"/>
                <a:ea typeface="Arial"/>
                <a:cs typeface="Arial"/>
                <a:sym typeface="Arial"/>
              </a:rPr>
              <a:t>18</a:t>
            </a:r>
            <a:endParaRPr sz="1800">
              <a:solidFill>
                <a:schemeClr val="lt1"/>
              </a:solidFill>
              <a:latin typeface="Arial"/>
              <a:ea typeface="Arial"/>
              <a:cs typeface="Arial"/>
              <a:sym typeface="Arial"/>
            </a:endParaRPr>
          </a:p>
        </p:txBody>
      </p:sp>
      <p:sp>
        <p:nvSpPr>
          <p:cNvPr id="324" name="Google Shape;324;p19"/>
          <p:cNvSpPr txBox="1"/>
          <p:nvPr/>
        </p:nvSpPr>
        <p:spPr>
          <a:xfrm>
            <a:off x="8528112" y="5389602"/>
            <a:ext cx="281063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Baumans"/>
                <a:ea typeface="Baumans"/>
                <a:cs typeface="Baumans"/>
                <a:sym typeface="Baumans"/>
              </a:rPr>
              <a:t>NOTE: 23 Rows Returned</a:t>
            </a:r>
            <a:endParaRPr sz="1800">
              <a:solidFill>
                <a:schemeClr val="lt1"/>
              </a:solidFill>
              <a:latin typeface="Baumans"/>
              <a:ea typeface="Baumans"/>
              <a:cs typeface="Baumans"/>
              <a:sym typeface="Baumans"/>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318"/>
                                        </p:tgtEl>
                                        <p:attrNameLst>
                                          <p:attrName>style.visibility</p:attrName>
                                        </p:attrNameLst>
                                      </p:cBhvr>
                                      <p:to>
                                        <p:strVal val="visible"/>
                                      </p:to>
                                    </p:set>
                                    <p:anim calcmode="lin" valueType="num">
                                      <p:cBhvr additive="base">
                                        <p:cTn dur="500"/>
                                        <p:tgtEl>
                                          <p:spTgt spid="318"/>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500"/>
                                        <p:tgtEl>
                                          <p:spTgt spid="31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500"/>
                                        <p:tgtEl>
                                          <p:spTgt spid="320"/>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500"/>
                                        <p:tgtEl>
                                          <p:spTgt spid="32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500"/>
                                        <p:tgtEl>
                                          <p:spTgt spid="322"/>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500"/>
                                        <p:tgtEl>
                                          <p:spTgt spid="3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0"/>
          <p:cNvSpPr txBox="1"/>
          <p:nvPr/>
        </p:nvSpPr>
        <p:spPr>
          <a:xfrm>
            <a:off x="4081839" y="498865"/>
            <a:ext cx="4028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2400"/>
              <a:buFont typeface="Arial"/>
              <a:buNone/>
            </a:pPr>
            <a:r>
              <a:rPr b="1" lang="en-IN" sz="2400">
                <a:solidFill>
                  <a:schemeClr val="lt1"/>
                </a:solidFill>
                <a:latin typeface="Arial"/>
                <a:ea typeface="Arial"/>
                <a:cs typeface="Arial"/>
                <a:sym typeface="Arial"/>
              </a:rPr>
              <a:t>11 Ratings by Fuel Type</a:t>
            </a:r>
            <a:endParaRPr sz="2400">
              <a:solidFill>
                <a:schemeClr val="lt1"/>
              </a:solidFill>
              <a:latin typeface="Arial"/>
              <a:ea typeface="Arial"/>
              <a:cs typeface="Arial"/>
              <a:sym typeface="Arial"/>
            </a:endParaRPr>
          </a:p>
        </p:txBody>
      </p:sp>
      <p:sp>
        <p:nvSpPr>
          <p:cNvPr id="330" name="Google Shape;330;p20"/>
          <p:cNvSpPr txBox="1"/>
          <p:nvPr/>
        </p:nvSpPr>
        <p:spPr>
          <a:xfrm>
            <a:off x="1679067" y="1468398"/>
            <a:ext cx="91783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aumans"/>
                <a:ea typeface="Baumans"/>
                <a:cs typeface="Baumans"/>
                <a:sym typeface="Baumans"/>
              </a:rPr>
              <a:t>Query:</a:t>
            </a:r>
            <a:endParaRPr sz="1800">
              <a:solidFill>
                <a:schemeClr val="dk1"/>
              </a:solidFill>
              <a:latin typeface="Baumans"/>
              <a:ea typeface="Baumans"/>
              <a:cs typeface="Baumans"/>
              <a:sym typeface="Baumans"/>
            </a:endParaRPr>
          </a:p>
        </p:txBody>
      </p:sp>
      <p:sp>
        <p:nvSpPr>
          <p:cNvPr id="331" name="Google Shape;331;p20"/>
          <p:cNvSpPr txBox="1"/>
          <p:nvPr/>
        </p:nvSpPr>
        <p:spPr>
          <a:xfrm>
            <a:off x="9353931" y="1468398"/>
            <a:ext cx="10126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Baumans"/>
                <a:ea typeface="Baumans"/>
                <a:cs typeface="Baumans"/>
                <a:sym typeface="Baumans"/>
              </a:rPr>
              <a:t>Result :</a:t>
            </a:r>
            <a:endParaRPr sz="1800">
              <a:solidFill>
                <a:schemeClr val="lt1"/>
              </a:solidFill>
              <a:latin typeface="Libre Franklin"/>
              <a:ea typeface="Libre Franklin"/>
              <a:cs typeface="Libre Franklin"/>
              <a:sym typeface="Libre Franklin"/>
            </a:endParaRPr>
          </a:p>
        </p:txBody>
      </p:sp>
      <p:sp>
        <p:nvSpPr>
          <p:cNvPr id="332" name="Google Shape;332;p20"/>
          <p:cNvSpPr txBox="1"/>
          <p:nvPr/>
        </p:nvSpPr>
        <p:spPr>
          <a:xfrm>
            <a:off x="1705737" y="2034436"/>
            <a:ext cx="5499600" cy="31740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SELECT </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f.fuel_type,</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ROUND(AVG(c.rating), 2) AS avg_rating</a:t>
            </a:r>
            <a:endParaRPr sz="1800">
              <a:solidFill>
                <a:srgbClr val="FFD338"/>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FROM Cars c</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JOIN FuelType f ON c.fuel_type_id = f.fuel_type_id</a:t>
            </a:r>
            <a:endParaRPr sz="1800">
              <a:solidFill>
                <a:srgbClr val="FFD338"/>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GROUP BY f.fuel_type</a:t>
            </a:r>
            <a:endParaRPr sz="1800">
              <a:solidFill>
                <a:srgbClr val="FFD338"/>
              </a:solidFill>
              <a:latin typeface="Baumans"/>
              <a:ea typeface="Baumans"/>
              <a:cs typeface="Baumans"/>
              <a:sym typeface="Baumans"/>
            </a:endParaRPr>
          </a:p>
          <a:p>
            <a:pPr indent="0" lvl="0" marL="0" marR="0" rtl="0" algn="l">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ORDER BY avg_rating DESC;</a:t>
            </a:r>
            <a:br>
              <a:rPr lang="en-IN" sz="1800">
                <a:solidFill>
                  <a:srgbClr val="FFD338"/>
                </a:solidFill>
                <a:latin typeface="Baumans"/>
                <a:ea typeface="Baumans"/>
                <a:cs typeface="Baumans"/>
                <a:sym typeface="Baumans"/>
              </a:rPr>
            </a:br>
            <a:endParaRPr sz="1800">
              <a:solidFill>
                <a:srgbClr val="FFD338"/>
              </a:solidFill>
              <a:latin typeface="Baumans"/>
              <a:ea typeface="Baumans"/>
              <a:cs typeface="Baumans"/>
              <a:sym typeface="Baumans"/>
            </a:endParaRPr>
          </a:p>
        </p:txBody>
      </p:sp>
      <p:pic>
        <p:nvPicPr>
          <p:cNvPr id="333" name="Google Shape;333;p20"/>
          <p:cNvPicPr preferRelativeResize="0"/>
          <p:nvPr/>
        </p:nvPicPr>
        <p:blipFill rotWithShape="1">
          <a:blip r:embed="rId3">
            <a:alphaModFix amt="85000"/>
          </a:blip>
          <a:srcRect b="0" l="0" r="0" t="0"/>
          <a:stretch/>
        </p:blipFill>
        <p:spPr>
          <a:xfrm>
            <a:off x="8372388" y="2637568"/>
            <a:ext cx="2975784" cy="1582864"/>
          </a:xfrm>
          <a:prstGeom prst="rect">
            <a:avLst/>
          </a:prstGeom>
          <a:noFill/>
          <a:ln>
            <a:noFill/>
          </a:ln>
        </p:spPr>
      </p:pic>
      <p:sp>
        <p:nvSpPr>
          <p:cNvPr id="334" name="Google Shape;334;p20"/>
          <p:cNvSpPr txBox="1"/>
          <p:nvPr/>
        </p:nvSpPr>
        <p:spPr>
          <a:xfrm>
            <a:off x="11348172" y="6437376"/>
            <a:ext cx="4058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Arial"/>
                <a:ea typeface="Arial"/>
                <a:cs typeface="Arial"/>
                <a:sym typeface="Arial"/>
              </a:rPr>
              <a:t>19</a:t>
            </a:r>
            <a:endParaRPr sz="1800">
              <a:solidFill>
                <a:schemeClr val="lt1"/>
              </a:solidFill>
              <a:latin typeface="Arial"/>
              <a:ea typeface="Arial"/>
              <a:cs typeface="Arial"/>
              <a:sym typeface="Arial"/>
            </a:endParaRPr>
          </a:p>
        </p:txBody>
      </p:sp>
      <p:sp>
        <p:nvSpPr>
          <p:cNvPr id="335" name="Google Shape;335;p20"/>
          <p:cNvSpPr txBox="1"/>
          <p:nvPr/>
        </p:nvSpPr>
        <p:spPr>
          <a:xfrm>
            <a:off x="8335899" y="4579358"/>
            <a:ext cx="30487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Baumans"/>
                <a:ea typeface="Baumans"/>
                <a:cs typeface="Baumans"/>
                <a:sym typeface="Baumans"/>
              </a:rPr>
              <a:t>NOTE: 4 Rows Returned</a:t>
            </a:r>
            <a:endParaRPr sz="1800">
              <a:solidFill>
                <a:schemeClr val="lt1"/>
              </a:solidFill>
              <a:latin typeface="Baumans"/>
              <a:ea typeface="Baumans"/>
              <a:cs typeface="Baumans"/>
              <a:sym typeface="Baumans"/>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329"/>
                                        </p:tgtEl>
                                        <p:attrNameLst>
                                          <p:attrName>style.visibility</p:attrName>
                                        </p:attrNameLst>
                                      </p:cBhvr>
                                      <p:to>
                                        <p:strVal val="visible"/>
                                      </p:to>
                                    </p:set>
                                    <p:anim calcmode="lin" valueType="num">
                                      <p:cBhvr additive="base">
                                        <p:cTn dur="500"/>
                                        <p:tgtEl>
                                          <p:spTgt spid="329"/>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500"/>
                                        <p:tgtEl>
                                          <p:spTgt spid="33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500"/>
                                        <p:tgtEl>
                                          <p:spTgt spid="33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31"/>
                                        </p:tgtEl>
                                        <p:attrNameLst>
                                          <p:attrName>style.visibility</p:attrName>
                                        </p:attrNameLst>
                                      </p:cBhvr>
                                      <p:to>
                                        <p:strVal val="visible"/>
                                      </p:to>
                                    </p:set>
                                    <p:animEffect filter="fade" transition="in">
                                      <p:cBhvr>
                                        <p:cTn dur="500"/>
                                        <p:tgtEl>
                                          <p:spTgt spid="33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500"/>
                                        <p:tgtEl>
                                          <p:spTgt spid="333"/>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500"/>
                                        <p:tgtEl>
                                          <p:spTgt spid="3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1"/>
          <p:cNvSpPr txBox="1"/>
          <p:nvPr/>
        </p:nvSpPr>
        <p:spPr>
          <a:xfrm>
            <a:off x="3473100" y="553729"/>
            <a:ext cx="5245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2400"/>
              <a:buFont typeface="Arial"/>
              <a:buNone/>
            </a:pPr>
            <a:r>
              <a:rPr b="1" lang="en-IN" sz="2400">
                <a:solidFill>
                  <a:schemeClr val="lt1"/>
                </a:solidFill>
                <a:latin typeface="Arial"/>
                <a:ea typeface="Arial"/>
                <a:cs typeface="Arial"/>
                <a:sym typeface="Arial"/>
              </a:rPr>
              <a:t>12 Best Value for Money Cars</a:t>
            </a:r>
            <a:endParaRPr sz="2400">
              <a:solidFill>
                <a:schemeClr val="lt1"/>
              </a:solidFill>
              <a:latin typeface="Arial"/>
              <a:ea typeface="Arial"/>
              <a:cs typeface="Arial"/>
              <a:sym typeface="Arial"/>
            </a:endParaRPr>
          </a:p>
        </p:txBody>
      </p:sp>
      <p:sp>
        <p:nvSpPr>
          <p:cNvPr id="341" name="Google Shape;341;p21"/>
          <p:cNvSpPr txBox="1"/>
          <p:nvPr/>
        </p:nvSpPr>
        <p:spPr>
          <a:xfrm>
            <a:off x="1679067" y="1468398"/>
            <a:ext cx="91783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aumans"/>
                <a:ea typeface="Baumans"/>
                <a:cs typeface="Baumans"/>
                <a:sym typeface="Baumans"/>
              </a:rPr>
              <a:t>Query:</a:t>
            </a:r>
            <a:endParaRPr sz="1800">
              <a:solidFill>
                <a:schemeClr val="dk1"/>
              </a:solidFill>
              <a:latin typeface="Baumans"/>
              <a:ea typeface="Baumans"/>
              <a:cs typeface="Baumans"/>
              <a:sym typeface="Baumans"/>
            </a:endParaRPr>
          </a:p>
        </p:txBody>
      </p:sp>
      <p:sp>
        <p:nvSpPr>
          <p:cNvPr id="342" name="Google Shape;342;p21"/>
          <p:cNvSpPr txBox="1"/>
          <p:nvPr/>
        </p:nvSpPr>
        <p:spPr>
          <a:xfrm>
            <a:off x="8847582" y="1468398"/>
            <a:ext cx="10126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Baumans"/>
                <a:ea typeface="Baumans"/>
                <a:cs typeface="Baumans"/>
                <a:sym typeface="Baumans"/>
              </a:rPr>
              <a:t>Result :</a:t>
            </a:r>
            <a:endParaRPr sz="1800">
              <a:solidFill>
                <a:schemeClr val="lt1"/>
              </a:solidFill>
              <a:latin typeface="Libre Franklin"/>
              <a:ea typeface="Libre Franklin"/>
              <a:cs typeface="Libre Franklin"/>
              <a:sym typeface="Libre Franklin"/>
            </a:endParaRPr>
          </a:p>
        </p:txBody>
      </p:sp>
      <p:sp>
        <p:nvSpPr>
          <p:cNvPr id="343" name="Google Shape;343;p21"/>
          <p:cNvSpPr txBox="1"/>
          <p:nvPr/>
        </p:nvSpPr>
        <p:spPr>
          <a:xfrm>
            <a:off x="1679067" y="2046403"/>
            <a:ext cx="3231300" cy="2896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SELECT </a:t>
            </a:r>
            <a:endParaRPr>
              <a:solidFill>
                <a:srgbClr val="FFFF00"/>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    car_name,</a:t>
            </a:r>
            <a:endParaRPr>
              <a:solidFill>
                <a:srgbClr val="FFFF00"/>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    rating,</a:t>
            </a:r>
            <a:endParaRPr>
              <a:solidFill>
                <a:srgbClr val="FFFF00"/>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    starting_price</a:t>
            </a:r>
            <a:endParaRPr sz="1800">
              <a:solidFill>
                <a:srgbClr val="FFFF00"/>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 FROM Cars</a:t>
            </a:r>
            <a:endParaRPr>
              <a:solidFill>
                <a:srgbClr val="FFFF00"/>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 WHERE rating &gt;= 4.5</a:t>
            </a:r>
            <a:endParaRPr>
              <a:solidFill>
                <a:srgbClr val="FFFF00"/>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FF00"/>
                </a:solidFill>
                <a:latin typeface="Baumans"/>
                <a:ea typeface="Baumans"/>
                <a:cs typeface="Baumans"/>
                <a:sym typeface="Baumans"/>
              </a:rPr>
              <a:t> ORDER BY starting_price ASC;</a:t>
            </a:r>
            <a:endParaRPr>
              <a:solidFill>
                <a:srgbClr val="FFFF00"/>
              </a:solidFill>
            </a:endParaRPr>
          </a:p>
        </p:txBody>
      </p:sp>
      <p:pic>
        <p:nvPicPr>
          <p:cNvPr id="344" name="Google Shape;344;p21"/>
          <p:cNvPicPr preferRelativeResize="0"/>
          <p:nvPr/>
        </p:nvPicPr>
        <p:blipFill rotWithShape="1">
          <a:blip r:embed="rId3">
            <a:alphaModFix amt="85000"/>
          </a:blip>
          <a:srcRect b="0" l="0" r="0" t="0"/>
          <a:stretch/>
        </p:blipFill>
        <p:spPr>
          <a:xfrm>
            <a:off x="7525131" y="2155960"/>
            <a:ext cx="3657600" cy="3233642"/>
          </a:xfrm>
          <a:prstGeom prst="rect">
            <a:avLst/>
          </a:prstGeom>
          <a:noFill/>
          <a:ln>
            <a:noFill/>
          </a:ln>
        </p:spPr>
      </p:pic>
      <p:sp>
        <p:nvSpPr>
          <p:cNvPr id="345" name="Google Shape;345;p21"/>
          <p:cNvSpPr txBox="1"/>
          <p:nvPr/>
        </p:nvSpPr>
        <p:spPr>
          <a:xfrm>
            <a:off x="11484864" y="6446520"/>
            <a:ext cx="4828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Arial"/>
                <a:ea typeface="Arial"/>
                <a:cs typeface="Arial"/>
                <a:sym typeface="Arial"/>
              </a:rPr>
              <a:t>20</a:t>
            </a:r>
            <a:endParaRPr sz="1800">
              <a:solidFill>
                <a:schemeClr val="lt1"/>
              </a:solidFill>
              <a:latin typeface="Arial"/>
              <a:ea typeface="Arial"/>
              <a:cs typeface="Arial"/>
              <a:sym typeface="Arial"/>
            </a:endParaRPr>
          </a:p>
        </p:txBody>
      </p:sp>
      <p:sp>
        <p:nvSpPr>
          <p:cNvPr id="346" name="Google Shape;346;p21"/>
          <p:cNvSpPr txBox="1"/>
          <p:nvPr/>
        </p:nvSpPr>
        <p:spPr>
          <a:xfrm>
            <a:off x="7829550" y="5523166"/>
            <a:ext cx="30487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Baumans"/>
                <a:ea typeface="Baumans"/>
                <a:cs typeface="Baumans"/>
                <a:sym typeface="Baumans"/>
              </a:rPr>
              <a:t>NOTE: 181 Rows Returned</a:t>
            </a:r>
            <a:endParaRPr sz="1800">
              <a:solidFill>
                <a:schemeClr val="lt1"/>
              </a:solidFill>
              <a:latin typeface="Baumans"/>
              <a:ea typeface="Baumans"/>
              <a:cs typeface="Baumans"/>
              <a:sym typeface="Baumans"/>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340"/>
                                        </p:tgtEl>
                                        <p:attrNameLst>
                                          <p:attrName>style.visibility</p:attrName>
                                        </p:attrNameLst>
                                      </p:cBhvr>
                                      <p:to>
                                        <p:strVal val="visible"/>
                                      </p:to>
                                    </p:set>
                                    <p:anim calcmode="lin" valueType="num">
                                      <p:cBhvr additive="base">
                                        <p:cTn dur="500"/>
                                        <p:tgtEl>
                                          <p:spTgt spid="340"/>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500"/>
                                        <p:tgtEl>
                                          <p:spTgt spid="34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500"/>
                                        <p:tgtEl>
                                          <p:spTgt spid="34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500"/>
                                        <p:tgtEl>
                                          <p:spTgt spid="34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500"/>
                                        <p:tgtEl>
                                          <p:spTgt spid="344"/>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500"/>
                                        <p:tgtEl>
                                          <p:spTgt spid="3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2"/>
          <p:cNvSpPr txBox="1"/>
          <p:nvPr/>
        </p:nvSpPr>
        <p:spPr>
          <a:xfrm>
            <a:off x="3443097" y="572017"/>
            <a:ext cx="5147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2400"/>
              <a:buFont typeface="Arial"/>
              <a:buNone/>
            </a:pPr>
            <a:r>
              <a:rPr b="1" lang="en-IN" sz="2400">
                <a:solidFill>
                  <a:schemeClr val="lt1"/>
                </a:solidFill>
                <a:latin typeface="Arial"/>
                <a:ea typeface="Arial"/>
                <a:cs typeface="Arial"/>
                <a:sym typeface="Arial"/>
              </a:rPr>
              <a:t>13 Luxury Performance Cars</a:t>
            </a:r>
            <a:endParaRPr sz="2400">
              <a:solidFill>
                <a:schemeClr val="lt1"/>
              </a:solidFill>
              <a:latin typeface="Arial"/>
              <a:ea typeface="Arial"/>
              <a:cs typeface="Arial"/>
              <a:sym typeface="Arial"/>
            </a:endParaRPr>
          </a:p>
        </p:txBody>
      </p:sp>
      <p:sp>
        <p:nvSpPr>
          <p:cNvPr id="352" name="Google Shape;352;p22"/>
          <p:cNvSpPr txBox="1"/>
          <p:nvPr/>
        </p:nvSpPr>
        <p:spPr>
          <a:xfrm>
            <a:off x="1679067" y="1468398"/>
            <a:ext cx="91783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aumans"/>
                <a:ea typeface="Baumans"/>
                <a:cs typeface="Baumans"/>
                <a:sym typeface="Baumans"/>
              </a:rPr>
              <a:t>Query:</a:t>
            </a:r>
            <a:endParaRPr sz="1800">
              <a:solidFill>
                <a:schemeClr val="dk1"/>
              </a:solidFill>
              <a:latin typeface="Baumans"/>
              <a:ea typeface="Baumans"/>
              <a:cs typeface="Baumans"/>
              <a:sym typeface="Baumans"/>
            </a:endParaRPr>
          </a:p>
        </p:txBody>
      </p:sp>
      <p:sp>
        <p:nvSpPr>
          <p:cNvPr id="353" name="Google Shape;353;p22"/>
          <p:cNvSpPr txBox="1"/>
          <p:nvPr/>
        </p:nvSpPr>
        <p:spPr>
          <a:xfrm>
            <a:off x="8847582" y="1468398"/>
            <a:ext cx="10126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Baumans"/>
                <a:ea typeface="Baumans"/>
                <a:cs typeface="Baumans"/>
                <a:sym typeface="Baumans"/>
              </a:rPr>
              <a:t>Result :</a:t>
            </a:r>
            <a:endParaRPr sz="1800">
              <a:solidFill>
                <a:schemeClr val="lt1"/>
              </a:solidFill>
              <a:latin typeface="Libre Franklin"/>
              <a:ea typeface="Libre Franklin"/>
              <a:cs typeface="Libre Franklin"/>
              <a:sym typeface="Libre Franklin"/>
            </a:endParaRPr>
          </a:p>
        </p:txBody>
      </p:sp>
      <p:sp>
        <p:nvSpPr>
          <p:cNvPr id="354" name="Google Shape;354;p22"/>
          <p:cNvSpPr txBox="1"/>
          <p:nvPr/>
        </p:nvSpPr>
        <p:spPr>
          <a:xfrm>
            <a:off x="1679067" y="1873931"/>
            <a:ext cx="4337700" cy="4057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SELECT </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c.car_name,</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e.max_power_bhp,</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c.starting_price</a:t>
            </a:r>
            <a:endParaRPr sz="1800">
              <a:solidFill>
                <a:srgbClr val="FFD338"/>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FROM Cars c</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JOIN Engine e ON c.engine_id = e.engine_id</a:t>
            </a:r>
            <a:endParaRPr sz="1800">
              <a:solidFill>
                <a:srgbClr val="FFD338"/>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WHERE e.max_power_bhp &gt; 200</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AND c.starting_price &gt; 3000000</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ORDER BY e.max_power_bhp DESC;</a:t>
            </a:r>
            <a:endParaRPr>
              <a:solidFill>
                <a:srgbClr val="FFD338"/>
              </a:solidFill>
            </a:endParaRPr>
          </a:p>
        </p:txBody>
      </p:sp>
      <p:pic>
        <p:nvPicPr>
          <p:cNvPr id="355" name="Google Shape;355;p22"/>
          <p:cNvPicPr preferRelativeResize="0"/>
          <p:nvPr/>
        </p:nvPicPr>
        <p:blipFill rotWithShape="1">
          <a:blip r:embed="rId3">
            <a:alphaModFix amt="85000"/>
          </a:blip>
          <a:srcRect b="0" l="0" r="0" t="0"/>
          <a:stretch/>
        </p:blipFill>
        <p:spPr>
          <a:xfrm>
            <a:off x="7125081" y="2287881"/>
            <a:ext cx="4457700" cy="3248025"/>
          </a:xfrm>
          <a:prstGeom prst="rect">
            <a:avLst/>
          </a:prstGeom>
          <a:noFill/>
          <a:ln>
            <a:noFill/>
          </a:ln>
        </p:spPr>
      </p:pic>
      <p:sp>
        <p:nvSpPr>
          <p:cNvPr id="356" name="Google Shape;356;p22"/>
          <p:cNvSpPr txBox="1"/>
          <p:nvPr/>
        </p:nvSpPr>
        <p:spPr>
          <a:xfrm>
            <a:off x="11582781" y="6433804"/>
            <a:ext cx="4058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Arial"/>
                <a:ea typeface="Arial"/>
                <a:cs typeface="Arial"/>
                <a:sym typeface="Arial"/>
              </a:rPr>
              <a:t>21</a:t>
            </a:r>
            <a:endParaRPr sz="1800">
              <a:solidFill>
                <a:schemeClr val="lt1"/>
              </a:solidFill>
              <a:latin typeface="Arial"/>
              <a:ea typeface="Arial"/>
              <a:cs typeface="Arial"/>
              <a:sym typeface="Arial"/>
            </a:endParaRPr>
          </a:p>
        </p:txBody>
      </p:sp>
      <p:sp>
        <p:nvSpPr>
          <p:cNvPr id="357" name="Google Shape;357;p22"/>
          <p:cNvSpPr txBox="1"/>
          <p:nvPr/>
        </p:nvSpPr>
        <p:spPr>
          <a:xfrm>
            <a:off x="7829550" y="5765189"/>
            <a:ext cx="30487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Baumans"/>
                <a:ea typeface="Baumans"/>
                <a:cs typeface="Baumans"/>
                <a:sym typeface="Baumans"/>
              </a:rPr>
              <a:t>NOTE: 87 Rows Returned</a:t>
            </a:r>
            <a:endParaRPr sz="1800">
              <a:solidFill>
                <a:schemeClr val="lt1"/>
              </a:solidFill>
              <a:latin typeface="Baumans"/>
              <a:ea typeface="Baumans"/>
              <a:cs typeface="Baumans"/>
              <a:sym typeface="Baumans"/>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351"/>
                                        </p:tgtEl>
                                        <p:attrNameLst>
                                          <p:attrName>style.visibility</p:attrName>
                                        </p:attrNameLst>
                                      </p:cBhvr>
                                      <p:to>
                                        <p:strVal val="visible"/>
                                      </p:to>
                                    </p:set>
                                    <p:anim calcmode="lin" valueType="num">
                                      <p:cBhvr additive="base">
                                        <p:cTn dur="500"/>
                                        <p:tgtEl>
                                          <p:spTgt spid="351"/>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500"/>
                                        <p:tgtEl>
                                          <p:spTgt spid="35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500"/>
                                        <p:tgtEl>
                                          <p:spTgt spid="354"/>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500"/>
                                        <p:tgtEl>
                                          <p:spTgt spid="35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500"/>
                                        <p:tgtEl>
                                          <p:spTgt spid="35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500"/>
                                        <p:tgtEl>
                                          <p:spTgt spid="3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3"/>
          <p:cNvSpPr txBox="1"/>
          <p:nvPr/>
        </p:nvSpPr>
        <p:spPr>
          <a:xfrm>
            <a:off x="3160776" y="580727"/>
            <a:ext cx="5870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2400"/>
              <a:buFont typeface="Arial"/>
              <a:buNone/>
            </a:pPr>
            <a:r>
              <a:rPr b="1" lang="en-IN" sz="2400">
                <a:solidFill>
                  <a:schemeClr val="lt1"/>
                </a:solidFill>
                <a:latin typeface="Arial"/>
                <a:ea typeface="Arial"/>
                <a:cs typeface="Arial"/>
                <a:sym typeface="Arial"/>
              </a:rPr>
              <a:t>14 High Torque at Low RPM Cars</a:t>
            </a:r>
            <a:endParaRPr sz="2400">
              <a:solidFill>
                <a:schemeClr val="lt1"/>
              </a:solidFill>
              <a:latin typeface="Arial"/>
              <a:ea typeface="Arial"/>
              <a:cs typeface="Arial"/>
              <a:sym typeface="Arial"/>
            </a:endParaRPr>
          </a:p>
        </p:txBody>
      </p:sp>
      <p:sp>
        <p:nvSpPr>
          <p:cNvPr id="363" name="Google Shape;363;p23"/>
          <p:cNvSpPr txBox="1"/>
          <p:nvPr/>
        </p:nvSpPr>
        <p:spPr>
          <a:xfrm>
            <a:off x="1679067" y="1468398"/>
            <a:ext cx="91783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aumans"/>
                <a:ea typeface="Baumans"/>
                <a:cs typeface="Baumans"/>
                <a:sym typeface="Baumans"/>
              </a:rPr>
              <a:t>Query:</a:t>
            </a:r>
            <a:endParaRPr sz="1800">
              <a:solidFill>
                <a:schemeClr val="dk1"/>
              </a:solidFill>
              <a:latin typeface="Baumans"/>
              <a:ea typeface="Baumans"/>
              <a:cs typeface="Baumans"/>
              <a:sym typeface="Baumans"/>
            </a:endParaRPr>
          </a:p>
        </p:txBody>
      </p:sp>
      <p:sp>
        <p:nvSpPr>
          <p:cNvPr id="364" name="Google Shape;364;p23"/>
          <p:cNvSpPr txBox="1"/>
          <p:nvPr/>
        </p:nvSpPr>
        <p:spPr>
          <a:xfrm>
            <a:off x="8847582" y="1468398"/>
            <a:ext cx="10126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rgbClr val="0C0C0C"/>
                </a:solidFill>
                <a:latin typeface="Baumans"/>
                <a:ea typeface="Baumans"/>
                <a:cs typeface="Baumans"/>
                <a:sym typeface="Baumans"/>
              </a:rPr>
              <a:t>Result :</a:t>
            </a:r>
            <a:endParaRPr sz="1800">
              <a:solidFill>
                <a:schemeClr val="dk1"/>
              </a:solidFill>
              <a:latin typeface="Libre Franklin"/>
              <a:ea typeface="Libre Franklin"/>
              <a:cs typeface="Libre Franklin"/>
              <a:sym typeface="Libre Franklin"/>
            </a:endParaRPr>
          </a:p>
        </p:txBody>
      </p:sp>
      <p:sp>
        <p:nvSpPr>
          <p:cNvPr id="365" name="Google Shape;365;p23"/>
          <p:cNvSpPr txBox="1"/>
          <p:nvPr/>
        </p:nvSpPr>
        <p:spPr>
          <a:xfrm>
            <a:off x="1679067" y="2049457"/>
            <a:ext cx="6094500" cy="33180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SELECT </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c.car_name,</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e.max_torque_nm,</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e.max_torque_rpm</a:t>
            </a:r>
            <a:endParaRPr sz="1800">
              <a:solidFill>
                <a:srgbClr val="FFD338"/>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FROM Cars c</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JOIN Engine e ON c.engine_id = e.engine_id</a:t>
            </a:r>
            <a:endParaRPr sz="1800">
              <a:solidFill>
                <a:srgbClr val="FFD338"/>
              </a:solidFill>
              <a:latin typeface="Baumans"/>
              <a:ea typeface="Baumans"/>
              <a:cs typeface="Baumans"/>
              <a:sym typeface="Baumans"/>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WHERE e.max_torque_rpm &lt; 2000</a:t>
            </a:r>
            <a:endParaRPr>
              <a:solidFill>
                <a:srgbClr val="FFD338"/>
              </a:solidFill>
            </a:endParaRPr>
          </a:p>
          <a:p>
            <a:pPr indent="0" lvl="0" marL="0" marR="0" rtl="0" algn="l">
              <a:lnSpc>
                <a:spcPct val="115000"/>
              </a:lnSpc>
              <a:spcBef>
                <a:spcPts val="800"/>
              </a:spcBef>
              <a:spcAft>
                <a:spcPts val="0"/>
              </a:spcAft>
              <a:buClr>
                <a:schemeClr val="dk1"/>
              </a:buClr>
              <a:buSzPts val="1800"/>
              <a:buFont typeface="Baumans"/>
              <a:buNone/>
            </a:pPr>
            <a:r>
              <a:rPr lang="en-IN" sz="1800">
                <a:solidFill>
                  <a:srgbClr val="FFD338"/>
                </a:solidFill>
                <a:latin typeface="Baumans"/>
                <a:ea typeface="Baumans"/>
                <a:cs typeface="Baumans"/>
                <a:sym typeface="Baumans"/>
              </a:rPr>
              <a:t> ORDER BY e.max_torque_nm DESC;</a:t>
            </a:r>
            <a:endParaRPr>
              <a:solidFill>
                <a:srgbClr val="FFD338"/>
              </a:solidFill>
            </a:endParaRPr>
          </a:p>
        </p:txBody>
      </p:sp>
      <p:pic>
        <p:nvPicPr>
          <p:cNvPr id="366" name="Google Shape;366;p23"/>
          <p:cNvPicPr preferRelativeResize="0"/>
          <p:nvPr/>
        </p:nvPicPr>
        <p:blipFill rotWithShape="1">
          <a:blip r:embed="rId3">
            <a:alphaModFix amt="85000"/>
          </a:blip>
          <a:srcRect b="0" l="0" r="0" t="0"/>
          <a:stretch/>
        </p:blipFill>
        <p:spPr>
          <a:xfrm>
            <a:off x="7382256" y="2049457"/>
            <a:ext cx="3943350" cy="3124200"/>
          </a:xfrm>
          <a:prstGeom prst="rect">
            <a:avLst/>
          </a:prstGeom>
          <a:noFill/>
          <a:ln>
            <a:noFill/>
          </a:ln>
        </p:spPr>
      </p:pic>
      <p:sp>
        <p:nvSpPr>
          <p:cNvPr id="367" name="Google Shape;367;p23"/>
          <p:cNvSpPr txBox="1"/>
          <p:nvPr/>
        </p:nvSpPr>
        <p:spPr>
          <a:xfrm>
            <a:off x="11325606" y="6446520"/>
            <a:ext cx="4828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Arial"/>
                <a:ea typeface="Arial"/>
                <a:cs typeface="Arial"/>
                <a:sym typeface="Arial"/>
              </a:rPr>
              <a:t>22</a:t>
            </a:r>
            <a:endParaRPr sz="1800">
              <a:solidFill>
                <a:schemeClr val="lt1"/>
              </a:solidFill>
              <a:latin typeface="Arial"/>
              <a:ea typeface="Arial"/>
              <a:cs typeface="Arial"/>
              <a:sym typeface="Arial"/>
            </a:endParaRPr>
          </a:p>
        </p:txBody>
      </p:sp>
      <p:sp>
        <p:nvSpPr>
          <p:cNvPr id="368" name="Google Shape;368;p23"/>
          <p:cNvSpPr txBox="1"/>
          <p:nvPr/>
        </p:nvSpPr>
        <p:spPr>
          <a:xfrm>
            <a:off x="7382256" y="5416663"/>
            <a:ext cx="39433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Baumans"/>
                <a:ea typeface="Baumans"/>
                <a:cs typeface="Baumans"/>
                <a:sym typeface="Baumans"/>
              </a:rPr>
              <a:t>NOTE: 34 Rows Returned</a:t>
            </a:r>
            <a:endParaRPr sz="1800">
              <a:solidFill>
                <a:schemeClr val="lt1"/>
              </a:solidFill>
              <a:latin typeface="Baumans"/>
              <a:ea typeface="Baumans"/>
              <a:cs typeface="Baumans"/>
              <a:sym typeface="Baumans"/>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362"/>
                                        </p:tgtEl>
                                        <p:attrNameLst>
                                          <p:attrName>style.visibility</p:attrName>
                                        </p:attrNameLst>
                                      </p:cBhvr>
                                      <p:to>
                                        <p:strVal val="visible"/>
                                      </p:to>
                                    </p:set>
                                    <p:anim calcmode="lin" valueType="num">
                                      <p:cBhvr additive="base">
                                        <p:cTn dur="500"/>
                                        <p:tgtEl>
                                          <p:spTgt spid="362"/>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500"/>
                                        <p:tgtEl>
                                          <p:spTgt spid="36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500"/>
                                        <p:tgtEl>
                                          <p:spTgt spid="36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500"/>
                                        <p:tgtEl>
                                          <p:spTgt spid="366"/>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500"/>
                                        <p:tgtEl>
                                          <p:spTgt spid="3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700"/>
              <a:buFont typeface="Arial"/>
              <a:buNone/>
            </a:pPr>
            <a:r>
              <a:rPr lang="en-IN">
                <a:latin typeface="Arial"/>
                <a:ea typeface="Arial"/>
                <a:cs typeface="Arial"/>
                <a:sym typeface="Arial"/>
              </a:rPr>
              <a:t>C</a:t>
            </a:r>
            <a:r>
              <a:rPr lang="en-IN">
                <a:latin typeface="Arial"/>
                <a:ea typeface="Arial"/>
                <a:cs typeface="Arial"/>
                <a:sym typeface="Arial"/>
              </a:rPr>
              <a:t>onclusion</a:t>
            </a:r>
            <a:endParaRPr>
              <a:latin typeface="Arial"/>
              <a:ea typeface="Arial"/>
              <a:cs typeface="Arial"/>
              <a:sym typeface="Arial"/>
            </a:endParaRPr>
          </a:p>
        </p:txBody>
      </p:sp>
      <p:sp>
        <p:nvSpPr>
          <p:cNvPr id="374" name="Google Shape;374;p24"/>
          <p:cNvSpPr txBox="1"/>
          <p:nvPr>
            <p:ph idx="1" type="body"/>
          </p:nvPr>
        </p:nvSpPr>
        <p:spPr>
          <a:xfrm>
            <a:off x="1097280" y="2108201"/>
            <a:ext cx="10058400" cy="3760891"/>
          </a:xfrm>
          <a:prstGeom prst="rect">
            <a:avLst/>
          </a:prstGeom>
          <a:noFill/>
          <a:ln>
            <a:noFill/>
          </a:ln>
        </p:spPr>
        <p:txBody>
          <a:bodyPr anchorCtr="0" anchor="t" bIns="45700" lIns="0" spcFirstLastPara="1" rIns="0" wrap="square" tIns="45700">
            <a:normAutofit/>
          </a:bodyPr>
          <a:lstStyle/>
          <a:p>
            <a:pPr indent="-127000" lvl="0" marL="91440" rtl="0" algn="l">
              <a:lnSpc>
                <a:spcPct val="110000"/>
              </a:lnSpc>
              <a:spcBef>
                <a:spcPts val="0"/>
              </a:spcBef>
              <a:spcAft>
                <a:spcPts val="0"/>
              </a:spcAft>
              <a:buSzPts val="2000"/>
              <a:buChar char="●"/>
            </a:pPr>
            <a:r>
              <a:rPr lang="en-IN" sz="2000">
                <a:latin typeface="Baumans"/>
                <a:ea typeface="Baumans"/>
                <a:cs typeface="Baumans"/>
                <a:sym typeface="Baumans"/>
              </a:rPr>
              <a:t>This set of SQL analyses provides a comprehensive view of the car market across popularity, performance, pricing, and consumer preferences. By examining trends such as the most-reviewed models, top-rated body types, pricing distribution, fuel and transmission preferences, and performance benchmarks, we gain actionable insights for both manufacturers and buyers. The results highlight clear market segments—from budget-friendly high-value cars to premium performance machines—while also revealing correlations between reviews, ratings, and specifications. Together, these findings offer a data-driven foundation for strategic decision-making in product positioning, marketing, and customer targeting.</a:t>
            </a:r>
            <a:endParaRPr/>
          </a:p>
          <a:p>
            <a:pPr indent="0" lvl="0" marL="91440" rtl="0" algn="l">
              <a:lnSpc>
                <a:spcPct val="110000"/>
              </a:lnSpc>
              <a:spcBef>
                <a:spcPts val="1400"/>
              </a:spcBef>
              <a:spcAft>
                <a:spcPts val="0"/>
              </a:spcAft>
              <a:buSzPts val="2000"/>
              <a:buNone/>
            </a:pPr>
            <a:r>
              <a:t/>
            </a:r>
            <a:endParaRPr sz="2000">
              <a:latin typeface="Baumans"/>
              <a:ea typeface="Baumans"/>
              <a:cs typeface="Baumans"/>
              <a:sym typeface="Baumans"/>
            </a:endParaRPr>
          </a:p>
        </p:txBody>
      </p:sp>
      <p:sp>
        <p:nvSpPr>
          <p:cNvPr id="375" name="Google Shape;375;p24"/>
          <p:cNvSpPr txBox="1"/>
          <p:nvPr/>
        </p:nvSpPr>
        <p:spPr>
          <a:xfrm>
            <a:off x="11448288" y="6442948"/>
            <a:ext cx="45397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lt1"/>
                </a:solidFill>
                <a:latin typeface="Baumans"/>
                <a:ea typeface="Baumans"/>
                <a:cs typeface="Baumans"/>
                <a:sym typeface="Baumans"/>
              </a:rPr>
              <a:t>23</a:t>
            </a:r>
            <a:endParaRPr sz="1800">
              <a:solidFill>
                <a:schemeClr val="lt1"/>
              </a:solidFill>
              <a:latin typeface="Baumans"/>
              <a:ea typeface="Baumans"/>
              <a:cs typeface="Baumans"/>
              <a:sym typeface="Baumans"/>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500"/>
                                        <p:tgtEl>
                                          <p:spTgt spid="37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74">
                                            <p:txEl>
                                              <p:pRg end="0" st="0"/>
                                            </p:txEl>
                                          </p:spTgt>
                                        </p:tgtEl>
                                        <p:attrNameLst>
                                          <p:attrName>style.visibility</p:attrName>
                                        </p:attrNameLst>
                                      </p:cBhvr>
                                      <p:to>
                                        <p:strVal val="visible"/>
                                      </p:to>
                                    </p:set>
                                    <p:animEffect filter="fade" transition="in">
                                      <p:cBhvr>
                                        <p:cTn dur="500"/>
                                        <p:tgtEl>
                                          <p:spTgt spid="374">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74">
                                            <p:txEl>
                                              <p:pRg end="1" st="1"/>
                                            </p:txEl>
                                          </p:spTgt>
                                        </p:tgtEl>
                                        <p:attrNameLst>
                                          <p:attrName>style.visibility</p:attrName>
                                        </p:attrNameLst>
                                      </p:cBhvr>
                                      <p:to>
                                        <p:strVal val="visible"/>
                                      </p:to>
                                    </p:set>
                                    <p:animEffect filter="fade" transition="in">
                                      <p:cBhvr>
                                        <p:cTn dur="500"/>
                                        <p:tgtEl>
                                          <p:spTgt spid="374">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5"/>
          <p:cNvSpPr/>
          <p:nvPr/>
        </p:nvSpPr>
        <p:spPr>
          <a:xfrm>
            <a:off x="1127760" y="2267712"/>
            <a:ext cx="9997440" cy="2194560"/>
          </a:xfrm>
          <a:prstGeom prst="rect">
            <a:avLst/>
          </a:prstGeom>
          <a:solidFill>
            <a:schemeClr val="dk1"/>
          </a:solid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381" name="Google Shape;381;p25"/>
          <p:cNvSpPr txBox="1"/>
          <p:nvPr>
            <p:ph type="ctrTitle"/>
          </p:nvPr>
        </p:nvSpPr>
        <p:spPr>
          <a:xfrm>
            <a:off x="1066800" y="484632"/>
            <a:ext cx="10058400" cy="356616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9600"/>
              <a:buFont typeface="Arial"/>
              <a:buNone/>
            </a:pPr>
            <a:r>
              <a:rPr b="1" lang="en-IN" sz="9600">
                <a:solidFill>
                  <a:srgbClr val="FFFFFF"/>
                </a:solidFill>
                <a:latin typeface="Arial"/>
                <a:ea typeface="Arial"/>
                <a:cs typeface="Arial"/>
                <a:sym typeface="Arial"/>
              </a:rPr>
              <a:t>THANK YOU</a:t>
            </a:r>
            <a:endParaRPr b="1" sz="9600">
              <a:solidFill>
                <a:srgbClr val="FFFFFF"/>
              </a:solidFill>
              <a:latin typeface="Arial"/>
              <a:ea typeface="Arial"/>
              <a:cs typeface="Arial"/>
              <a:sym typeface="Arial"/>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500"/>
                                        <p:tgtEl>
                                          <p:spTgt spid="3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2025-08-08T07:05:13Z</dcterms:created>
  <dc:creator>Neeraj Daniyala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